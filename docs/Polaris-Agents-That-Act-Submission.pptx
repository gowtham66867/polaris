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c3a05928244cb3" /><Relationship Type="http://schemas.openxmlformats.org/officeDocument/2006/relationships/extended-properties" Target="/docProps/app.xml" Id="R3e7874a99c734615" /><Relationship Type="http://schemas.openxmlformats.org/officeDocument/2006/relationships/officeDocument" Target="/ppt/presentation.xml" Id="R485d4a275f4a4d3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e686eb755a24e27"/>
  </p:sldMasterIdLst>
  <p:notesMasterIdLst>
    <p:notesMasterId xmlns:r="http://schemas.openxmlformats.org/officeDocument/2006/relationships" r:id="R12d29e2cb9894b07"/>
  </p:notesMasterIdLst>
  <p:sldIdLst>
    <p:sldId xmlns:r="http://schemas.openxmlformats.org/officeDocument/2006/relationships" id="256" r:id="R083f086f9623436e"/>
    <p:sldId xmlns:r="http://schemas.openxmlformats.org/officeDocument/2006/relationships" id="257" r:id="R34c9e7427ffd4f3b"/>
    <p:sldId xmlns:r="http://schemas.openxmlformats.org/officeDocument/2006/relationships" id="258" r:id="Redeae0bc8ea34736"/>
    <p:sldId xmlns:r="http://schemas.openxmlformats.org/officeDocument/2006/relationships" id="259" r:id="R0741e30cd87042f4"/>
    <p:sldId xmlns:r="http://schemas.openxmlformats.org/officeDocument/2006/relationships" id="260" r:id="R905103ec26d8464b"/>
    <p:sldId xmlns:r="http://schemas.openxmlformats.org/officeDocument/2006/relationships" id="261" r:id="R20f57b1a4302436a"/>
    <p:sldId xmlns:r="http://schemas.openxmlformats.org/officeDocument/2006/relationships" id="262" r:id="Rbc4d3c637679415e"/>
    <p:sldId xmlns:r="http://schemas.openxmlformats.org/officeDocument/2006/relationships" id="263" r:id="Re2c4835d8f6c490b"/>
    <p:sldId xmlns:r="http://schemas.openxmlformats.org/officeDocument/2006/relationships" id="264" r:id="R47fddce0db424da0"/>
    <p:sldId xmlns:r="http://schemas.openxmlformats.org/officeDocument/2006/relationships" id="265" r:id="R33a281a16fe04dec"/>
    <p:sldId xmlns:r="http://schemas.openxmlformats.org/officeDocument/2006/relationships" id="266" r:id="Rce1e61d3dcb84b9a"/>
    <p:sldId xmlns:r="http://schemas.openxmlformats.org/officeDocument/2006/relationships" id="267" r:id="Rb5ada0eca4d3491e"/>
    <p:sldId xmlns:r="http://schemas.openxmlformats.org/officeDocument/2006/relationships" id="268" r:id="R3d0f7ec0d68144f0"/>
    <p:sldId xmlns:r="http://schemas.openxmlformats.org/officeDocument/2006/relationships" id="269" r:id="Ra1787fdcf8d141bc"/>
    <p:sldId xmlns:r="http://schemas.openxmlformats.org/officeDocument/2006/relationships" id="270" r:id="R0242499b94704818"/>
    <p:sldId xmlns:r="http://schemas.openxmlformats.org/officeDocument/2006/relationships" id="271" r:id="R12895862e6e24bee"/>
  </p:sldIdLst>
  <p:sldSz cx="12192000" cy="6858000"/>
  <p:notesSz cx="6858000" cy="9144000"/>
  <p:embeddedFontLst>
    <p:embeddedFont>
      <p:font typeface="Inter"/>
      <p:regular xmlns:r="http://schemas.openxmlformats.org/officeDocument/2006/relationships" r:id="R9a2ae097f5844616"/>
      <p:bold xmlns:r="http://schemas.openxmlformats.org/officeDocument/2006/relationships" r:id="R8054256e7704414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4363958594c9c" /><Relationship Type="http://schemas.openxmlformats.org/officeDocument/2006/relationships/slideMaster" Target="/ppt/slideMasters/slideMaster1.xml" Id="Rae686eb755a24e27" /><Relationship Type="http://schemas.openxmlformats.org/officeDocument/2006/relationships/notesMaster" Target="/ppt/notesMasters/notesMaster1.xml" Id="R12d29e2cb9894b07" /><Relationship Type="http://schemas.openxmlformats.org/officeDocument/2006/relationships/presProps" Target="/ppt/presProps.xml" Id="R02430ff3a1324896" /><Relationship Type="http://schemas.openxmlformats.org/officeDocument/2006/relationships/viewProps" Target="/ppt/viewProps.xml" Id="Rfa02c2dde03248e6" /><Relationship Type="http://schemas.openxmlformats.org/officeDocument/2006/relationships/tableStyles" Target="/ppt/tableStyles.xml" Id="Re030ca7961824e47" /><Relationship Type="http://schemas.openxmlformats.org/officeDocument/2006/relationships/font" Target="/ppt/fonts/font.dat" Id="R9a2ae097f5844616" /><Relationship Type="http://schemas.openxmlformats.org/officeDocument/2006/relationships/font" Target="/ppt/fonts/font2.dat" Id="R8054256e7704414d" /><Relationship Type="http://schemas.openxmlformats.org/officeDocument/2006/relationships/slide" Target="/ppt/slides/slide1.xml" Id="R083f086f9623436e" /><Relationship Type="http://schemas.openxmlformats.org/officeDocument/2006/relationships/slide" Target="/ppt/slides/slide2.xml" Id="R34c9e7427ffd4f3b" /><Relationship Type="http://schemas.openxmlformats.org/officeDocument/2006/relationships/slide" Target="/ppt/slides/slide3.xml" Id="Redeae0bc8ea34736" /><Relationship Type="http://schemas.openxmlformats.org/officeDocument/2006/relationships/slide" Target="/ppt/slides/slide4.xml" Id="R0741e30cd87042f4" /><Relationship Type="http://schemas.openxmlformats.org/officeDocument/2006/relationships/slide" Target="/ppt/slides/slide5.xml" Id="R905103ec26d8464b" /><Relationship Type="http://schemas.openxmlformats.org/officeDocument/2006/relationships/slide" Target="/ppt/slides/slide6.xml" Id="R20f57b1a4302436a" /><Relationship Type="http://schemas.openxmlformats.org/officeDocument/2006/relationships/slide" Target="/ppt/slides/slide7.xml" Id="Rbc4d3c637679415e" /><Relationship Type="http://schemas.openxmlformats.org/officeDocument/2006/relationships/slide" Target="/ppt/slides/slide8.xml" Id="Re2c4835d8f6c490b" /><Relationship Type="http://schemas.openxmlformats.org/officeDocument/2006/relationships/slide" Target="/ppt/slides/slide9.xml" Id="R47fddce0db424da0" /><Relationship Type="http://schemas.openxmlformats.org/officeDocument/2006/relationships/slide" Target="/ppt/slides/slide10.xml" Id="R33a281a16fe04dec" /><Relationship Type="http://schemas.openxmlformats.org/officeDocument/2006/relationships/slide" Target="/ppt/slides/slide11.xml" Id="Rce1e61d3dcb84b9a" /><Relationship Type="http://schemas.openxmlformats.org/officeDocument/2006/relationships/slide" Target="/ppt/slides/slide12.xml" Id="Rb5ada0eca4d3491e" /><Relationship Type="http://schemas.openxmlformats.org/officeDocument/2006/relationships/slide" Target="/ppt/slides/slide13.xml" Id="R3d0f7ec0d68144f0" /><Relationship Type="http://schemas.openxmlformats.org/officeDocument/2006/relationships/slide" Target="/ppt/slides/slide14.xml" Id="Ra1787fdcf8d141bc" /><Relationship Type="http://schemas.openxmlformats.org/officeDocument/2006/relationships/slide" Target="/ppt/slides/slide15.xml" Id="R0242499b94704818" /><Relationship Type="http://schemas.openxmlformats.org/officeDocument/2006/relationships/slide" Target="/ppt/slides/slide16.xml" Id="R12895862e6e24b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2cd2333db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253449af1453e" /><Relationship Type="http://schemas.openxmlformats.org/officeDocument/2006/relationships/notesMaster" Target="/ppt/notesMasters/notesMaster1.xml" Id="R1337c726cd81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7386f06e4b45fe" /><Relationship Type="http://schemas.openxmlformats.org/officeDocument/2006/relationships/notesMaster" Target="/ppt/notesMasters/notesMaster1.xml" Id="R589576ebf904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3fae4177864956" /><Relationship Type="http://schemas.openxmlformats.org/officeDocument/2006/relationships/notesMaster" Target="/ppt/notesMasters/notesMaster1.xml" Id="R53b761fb9b4c46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4ecdffb6f4383" /><Relationship Type="http://schemas.openxmlformats.org/officeDocument/2006/relationships/notesMaster" Target="/ppt/notesMasters/notesMaster1.xml" Id="Rbdbf3c9ff8684f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2c7580489f424c" /><Relationship Type="http://schemas.openxmlformats.org/officeDocument/2006/relationships/notesMaster" Target="/ppt/notesMasters/notesMaster1.xml" Id="R30e174ffe68f4f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bc68b35c17492b" /><Relationship Type="http://schemas.openxmlformats.org/officeDocument/2006/relationships/notesMaster" Target="/ppt/notesMasters/notesMaster1.xml" Id="Rc16014a86519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8e26ea9d554283" /><Relationship Type="http://schemas.openxmlformats.org/officeDocument/2006/relationships/notesMaster" Target="/ppt/notesMasters/notesMaster1.xml" Id="Re27c7c23a926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8a2e1e53884a69" /><Relationship Type="http://schemas.openxmlformats.org/officeDocument/2006/relationships/notesMaster" Target="/ppt/notesMasters/notesMaster1.xml" Id="R376fd618b74248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37aa98b6f04177" /><Relationship Type="http://schemas.openxmlformats.org/officeDocument/2006/relationships/notesMaster" Target="/ppt/notesMasters/notesMaster1.xml" Id="R7f585604ac1040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79d82ac38240a5" /><Relationship Type="http://schemas.openxmlformats.org/officeDocument/2006/relationships/notesMaster" Target="/ppt/notesMasters/notesMaster1.xml" Id="R473975fb9da84d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5cbf84232b4bd7" /><Relationship Type="http://schemas.openxmlformats.org/officeDocument/2006/relationships/notesMaster" Target="/ppt/notesMasters/notesMaster1.xml" Id="R2189a0dc672b41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a8fb663c984613" /><Relationship Type="http://schemas.openxmlformats.org/officeDocument/2006/relationships/notesMaster" Target="/ppt/notesMasters/notesMaster1.xml" Id="R40086419faa848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bf5ac85ec34dba" /><Relationship Type="http://schemas.openxmlformats.org/officeDocument/2006/relationships/notesMaster" Target="/ppt/notesMasters/notesMaster1.xml" Id="R086e31fa4d0348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1df14208534625" /><Relationship Type="http://schemas.openxmlformats.org/officeDocument/2006/relationships/notesMaster" Target="/ppt/notesMasters/notesMaster1.xml" Id="R3c30f941ed9a48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1cf3ecf0de4aca" /><Relationship Type="http://schemas.openxmlformats.org/officeDocument/2006/relationships/notesMaster" Target="/ppt/notesMasters/notesMaster1.xml" Id="R7882fbb8c9744c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5ea1d3cb544087" /><Relationship Type="http://schemas.openxmlformats.org/officeDocument/2006/relationships/notesMaster" Target="/ppt/notesMasters/notesMaster1.xml" Id="R334d492a7753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https://github.com/gowtham66867/Polaris at commit bfc23f2. The 50-minute baseline, 9-minute Polaris result, and 41-minute difference come from the repository's explicitly labeled synthetic counterfactual simulation. Engineering evidence: 66 tests, 92% branch-aware coverage, and 8/8 safety scenarios.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https://github.com/gowtham66867/Polaris and the live synthetic demo at http://ec2-65-0-108-126.ap-south-1.compute.amazonaws.com/. No clinical or real-world hospital outcome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0acb8105a4b4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de1c0a8aea405c" /><Relationship Type="http://schemas.openxmlformats.org/officeDocument/2006/relationships/slideLayout" Target="/ppt/slideLayouts/slideLayout1.xml" Id="R7e12b039c4a64a8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2b039c4a64a8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20a96c4e4659" /><Relationship Type="http://schemas.openxmlformats.org/officeDocument/2006/relationships/image" Target="/ppt/media/image.png" Id="R28544bfafa8b4aeb" /><Relationship Type="http://schemas.openxmlformats.org/officeDocument/2006/relationships/image" Target="/ppt/media/image2.png" Id="R57384f2e800a4031" /><Relationship Type="http://schemas.openxmlformats.org/officeDocument/2006/relationships/image" Target="/ppt/media/image3.png" Id="R292a4cc62da04c5b" /><Relationship Type="http://schemas.openxmlformats.org/officeDocument/2006/relationships/image" Target="/ppt/media/image4.png" Id="Rb4e545809ad94de8" /><Relationship Type="http://schemas.openxmlformats.org/officeDocument/2006/relationships/image" Target="/ppt/media/image5.png" Id="R89b0ccde7a9542eb" /><Relationship Type="http://schemas.openxmlformats.org/officeDocument/2006/relationships/image" Target="/ppt/media/image6.png" Id="Rce2d07a1df53422f" /><Relationship Type="http://schemas.openxmlformats.org/officeDocument/2006/relationships/notesSlide" Target="/ppt/notesSlides/notesSlide1.xml" Id="R7827e47793e348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fe2ae207743da" /><Relationship Type="http://schemas.openxmlformats.org/officeDocument/2006/relationships/image" Target="/ppt/media/image7.png" Id="Re99fbc4888b6432a" /><Relationship Type="http://schemas.openxmlformats.org/officeDocument/2006/relationships/image" Target="/ppt/media/image8.png" Id="R230c34ce8a144daf" /><Relationship Type="http://schemas.openxmlformats.org/officeDocument/2006/relationships/image" Target="/ppt/media/image9.png" Id="Rf912f3df248244f1" /><Relationship Type="http://schemas.openxmlformats.org/officeDocument/2006/relationships/image" Target="/ppt/media/image10.png" Id="R6e051f79fff24c86" /><Relationship Type="http://schemas.openxmlformats.org/officeDocument/2006/relationships/image" Target="/ppt/media/image11.png" Id="R08742478d058473f" /><Relationship Type="http://schemas.openxmlformats.org/officeDocument/2006/relationships/image" Target="/ppt/media/image12.png" Id="Ra158de4f4428460b" /><Relationship Type="http://schemas.openxmlformats.org/officeDocument/2006/relationships/image" Target="/ppt/media/image13.png" Id="Rac458e39912240a9" /><Relationship Type="http://schemas.openxmlformats.org/officeDocument/2006/relationships/image" Target="/ppt/media/image14.png" Id="R4cf678cd68a945ae" /><Relationship Type="http://schemas.openxmlformats.org/officeDocument/2006/relationships/image" Target="/ppt/media/image15.png" Id="R30e4b72788da43d5" /><Relationship Type="http://schemas.openxmlformats.org/officeDocument/2006/relationships/image" Target="/ppt/media/image16.png" Id="R8ab476f770e04e5b" /><Relationship Type="http://schemas.openxmlformats.org/officeDocument/2006/relationships/image" Target="/ppt/media/image17.png" Id="Rf82009a270cd468b" /><Relationship Type="http://schemas.openxmlformats.org/officeDocument/2006/relationships/image" Target="/ppt/media/image18.png" Id="R9b3dc1ea109d4408" /><Relationship Type="http://schemas.openxmlformats.org/officeDocument/2006/relationships/image" Target="/ppt/media/image19.png" Id="R4f951c9579434e36" /><Relationship Type="http://schemas.openxmlformats.org/officeDocument/2006/relationships/image" Target="/ppt/media/image20.png" Id="R762887f1ebc74dab" /><Relationship Type="http://schemas.openxmlformats.org/officeDocument/2006/relationships/image" Target="/ppt/media/image21.png" Id="R6cf0b8bc4d594829" /><Relationship Type="http://schemas.openxmlformats.org/officeDocument/2006/relationships/image" Target="/ppt/media/image22.png" Id="R75614fa0c50d4a51" /><Relationship Type="http://schemas.openxmlformats.org/officeDocument/2006/relationships/image" Target="/ppt/media/image23.png" Id="R7cf07fd06a9a4139" /><Relationship Type="http://schemas.openxmlformats.org/officeDocument/2006/relationships/image" Target="/ppt/media/image24.png" Id="Ra60c54ab820d4493" /><Relationship Type="http://schemas.openxmlformats.org/officeDocument/2006/relationships/image" Target="/ppt/media/image25.png" Id="R54a06e402fb14978" /><Relationship Type="http://schemas.openxmlformats.org/officeDocument/2006/relationships/image" Target="/ppt/media/image26.png" Id="R1a1fe804ede540f5" /><Relationship Type="http://schemas.openxmlformats.org/officeDocument/2006/relationships/image" Target="/ppt/media/image27.png" Id="Rbf746ceab9694018" /><Relationship Type="http://schemas.openxmlformats.org/officeDocument/2006/relationships/image" Target="/ppt/media/image28.png" Id="R0aac6de97ddd4851" /><Relationship Type="http://schemas.openxmlformats.org/officeDocument/2006/relationships/image" Target="/ppt/media/image29.png" Id="R2a5b46a7cded4b6b" /><Relationship Type="http://schemas.openxmlformats.org/officeDocument/2006/relationships/image" Target="/ppt/media/image30.png" Id="R95144803e865448e" /><Relationship Type="http://schemas.openxmlformats.org/officeDocument/2006/relationships/image" Target="/ppt/media/image31.png" Id="R2e3c20d0576a4f58" /><Relationship Type="http://schemas.openxmlformats.org/officeDocument/2006/relationships/image" Target="/ppt/media/image32.png" Id="Ra6e85abeea6b427a" /><Relationship Type="http://schemas.openxmlformats.org/officeDocument/2006/relationships/image" Target="/ppt/media/image33.png" Id="R81dd5fce8b6f47c7" /><Relationship Type="http://schemas.openxmlformats.org/officeDocument/2006/relationships/image" Target="/ppt/media/image34.png" Id="R98f7839faf704276" /><Relationship Type="http://schemas.openxmlformats.org/officeDocument/2006/relationships/notesSlide" Target="/ppt/notesSlides/notesSlide2.xml" Id="Rdadccf2b459747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343ca7f8b4f0e" /><Relationship Type="http://schemas.openxmlformats.org/officeDocument/2006/relationships/image" Target="/ppt/media/image35.png" Id="R508639c6a0864bf1" /><Relationship Type="http://schemas.openxmlformats.org/officeDocument/2006/relationships/image" Target="/ppt/media/image36.png" Id="R253ff434f6144c6b" /><Relationship Type="http://schemas.openxmlformats.org/officeDocument/2006/relationships/image" Target="/ppt/media/image37.png" Id="R7b647e9fcedf4f88" /><Relationship Type="http://schemas.openxmlformats.org/officeDocument/2006/relationships/image" Target="/ppt/media/image38.png" Id="R60bda11e62e34587" /><Relationship Type="http://schemas.openxmlformats.org/officeDocument/2006/relationships/image" Target="/ppt/media/image39.png" Id="Rb8f45a9bb6544bf2" /><Relationship Type="http://schemas.openxmlformats.org/officeDocument/2006/relationships/image" Target="/ppt/media/image40.png" Id="R41fdb2a27d284fd5" /><Relationship Type="http://schemas.openxmlformats.org/officeDocument/2006/relationships/image" Target="/ppt/media/image41.png" Id="R6e9963c378364e78" /><Relationship Type="http://schemas.openxmlformats.org/officeDocument/2006/relationships/image" Target="/ppt/media/image42.png" Id="R066e2e6e56bf4272" /><Relationship Type="http://schemas.openxmlformats.org/officeDocument/2006/relationships/image" Target="/ppt/media/image43.png" Id="R7148ac58f01646a3" /><Relationship Type="http://schemas.openxmlformats.org/officeDocument/2006/relationships/image" Target="/ppt/media/image44.png" Id="R31dacb05e97740c3" /><Relationship Type="http://schemas.openxmlformats.org/officeDocument/2006/relationships/image" Target="/ppt/media/image45.png" Id="R27b9387f723f4417" /><Relationship Type="http://schemas.openxmlformats.org/officeDocument/2006/relationships/image" Target="/ppt/media/image46.png" Id="R476d1fa1351d40b1" /><Relationship Type="http://schemas.openxmlformats.org/officeDocument/2006/relationships/image" Target="/ppt/media/image47.png" Id="Rf3d869e09e8f46c2" /><Relationship Type="http://schemas.openxmlformats.org/officeDocument/2006/relationships/image" Target="/ppt/media/image48.png" Id="Rb51c94bfee5a456e" /><Relationship Type="http://schemas.openxmlformats.org/officeDocument/2006/relationships/image" Target="/ppt/media/image49.png" Id="Redb885a9b30b41d9" /><Relationship Type="http://schemas.openxmlformats.org/officeDocument/2006/relationships/image" Target="/ppt/media/image50.png" Id="R2e4f1805d0694575" /><Relationship Type="http://schemas.openxmlformats.org/officeDocument/2006/relationships/image" Target="/ppt/media/image51.png" Id="R1e409a1c4357411a" /><Relationship Type="http://schemas.openxmlformats.org/officeDocument/2006/relationships/image" Target="/ppt/media/image52.png" Id="Re0145c7253094079" /><Relationship Type="http://schemas.openxmlformats.org/officeDocument/2006/relationships/image" Target="/ppt/media/image53.png" Id="R9bc3a7c138244487" /><Relationship Type="http://schemas.openxmlformats.org/officeDocument/2006/relationships/image" Target="/ppt/media/image54.png" Id="Raaa915a859074f7c" /><Relationship Type="http://schemas.openxmlformats.org/officeDocument/2006/relationships/image" Target="/ppt/media/image55.png" Id="Rd8198355e299417a" /><Relationship Type="http://schemas.openxmlformats.org/officeDocument/2006/relationships/image" Target="/ppt/media/image56.png" Id="R4b780077516d47da" /><Relationship Type="http://schemas.openxmlformats.org/officeDocument/2006/relationships/image" Target="/ppt/media/image57.png" Id="R7b52db19a31848d2" /><Relationship Type="http://schemas.openxmlformats.org/officeDocument/2006/relationships/image" Target="/ppt/media/image58.png" Id="Rc3dd0277b33f4d2d" /><Relationship Type="http://schemas.openxmlformats.org/officeDocument/2006/relationships/image" Target="/ppt/media/image59.png" Id="Rbc9a3d7c517f4490" /><Relationship Type="http://schemas.openxmlformats.org/officeDocument/2006/relationships/image" Target="/ppt/media/image60.png" Id="R2627054101c24d2f" /><Relationship Type="http://schemas.openxmlformats.org/officeDocument/2006/relationships/image" Target="/ppt/media/image61.png" Id="Rd35d3c07c1c84b5c" /><Relationship Type="http://schemas.openxmlformats.org/officeDocument/2006/relationships/image" Target="/ppt/media/image62.png" Id="Rbfb28ec0ddbe44c2" /><Relationship Type="http://schemas.openxmlformats.org/officeDocument/2006/relationships/notesSlide" Target="/ppt/notesSlides/notesSlide3.xml" Id="R64e192ffe5ee44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a0f0d4774920" /><Relationship Type="http://schemas.openxmlformats.org/officeDocument/2006/relationships/image" Target="/ppt/media/image63.png" Id="R69dac41e24904fa5" /><Relationship Type="http://schemas.openxmlformats.org/officeDocument/2006/relationships/image" Target="/ppt/media/image64.png" Id="Ra142dead34be4a0a" /><Relationship Type="http://schemas.openxmlformats.org/officeDocument/2006/relationships/image" Target="/ppt/media/image65.png" Id="R3ce153842dab4440" /><Relationship Type="http://schemas.openxmlformats.org/officeDocument/2006/relationships/image" Target="/ppt/media/image66.png" Id="R92b0e18b08d84367" /><Relationship Type="http://schemas.openxmlformats.org/officeDocument/2006/relationships/image" Target="/ppt/media/image67.png" Id="R3c85d734ac8340ab" /><Relationship Type="http://schemas.openxmlformats.org/officeDocument/2006/relationships/image" Target="/ppt/media/image68.png" Id="Rebc1058dc80d4d79" /><Relationship Type="http://schemas.openxmlformats.org/officeDocument/2006/relationships/image" Target="/ppt/media/image69.png" Id="Re21490ae455c4afa" /><Relationship Type="http://schemas.openxmlformats.org/officeDocument/2006/relationships/image" Target="/ppt/media/image70.png" Id="R216afc9f05a349b9" /><Relationship Type="http://schemas.openxmlformats.org/officeDocument/2006/relationships/image" Target="/ppt/media/image71.png" Id="R65f645ce721b464e" /><Relationship Type="http://schemas.openxmlformats.org/officeDocument/2006/relationships/image" Target="/ppt/media/image72.png" Id="Rad37ca8ab6d14f83" /><Relationship Type="http://schemas.openxmlformats.org/officeDocument/2006/relationships/image" Target="/ppt/media/image73.png" Id="R0822286d99024f13" /><Relationship Type="http://schemas.openxmlformats.org/officeDocument/2006/relationships/image" Target="/ppt/media/image74.png" Id="R78da3bc765984bd9" /><Relationship Type="http://schemas.openxmlformats.org/officeDocument/2006/relationships/image" Target="/ppt/media/image75.png" Id="Re89461920ef3466f" /><Relationship Type="http://schemas.openxmlformats.org/officeDocument/2006/relationships/image" Target="/ppt/media/image76.png" Id="R66389f7664c340ce" /><Relationship Type="http://schemas.openxmlformats.org/officeDocument/2006/relationships/image" Target="/ppt/media/image77.png" Id="R7df1a9212ec34774" /><Relationship Type="http://schemas.openxmlformats.org/officeDocument/2006/relationships/image" Target="/ppt/media/image78.png" Id="R026a5a5263034f2e" /><Relationship Type="http://schemas.openxmlformats.org/officeDocument/2006/relationships/image" Target="/ppt/media/image79.png" Id="Rcb11283a9549464f" /><Relationship Type="http://schemas.openxmlformats.org/officeDocument/2006/relationships/image" Target="/ppt/media/image80.png" Id="R805f156e29244d7e" /><Relationship Type="http://schemas.openxmlformats.org/officeDocument/2006/relationships/image" Target="/ppt/media/image81.png" Id="R1665be38b9784e6f" /><Relationship Type="http://schemas.openxmlformats.org/officeDocument/2006/relationships/image" Target="/ppt/media/image82.png" Id="R5e32025e8f7e4f31" /><Relationship Type="http://schemas.openxmlformats.org/officeDocument/2006/relationships/image" Target="/ppt/media/image83.png" Id="R07bd9661fa7145a8" /><Relationship Type="http://schemas.openxmlformats.org/officeDocument/2006/relationships/image" Target="/ppt/media/image84.png" Id="Rc77dc3be76ea4ff4" /><Relationship Type="http://schemas.openxmlformats.org/officeDocument/2006/relationships/image" Target="/ppt/media/image85.png" Id="R1d82a204a7b94310" /><Relationship Type="http://schemas.openxmlformats.org/officeDocument/2006/relationships/image" Target="/ppt/media/image86.png" Id="R93c05a63f29e494f" /><Relationship Type="http://schemas.openxmlformats.org/officeDocument/2006/relationships/image" Target="/ppt/media/image87.png" Id="Rbff049c2445e4c41" /><Relationship Type="http://schemas.openxmlformats.org/officeDocument/2006/relationships/image" Target="/ppt/media/image88.png" Id="R190b8a2510ed44d9" /><Relationship Type="http://schemas.openxmlformats.org/officeDocument/2006/relationships/image" Target="/ppt/media/image89.png" Id="R62c06dfc744a495f" /><Relationship Type="http://schemas.openxmlformats.org/officeDocument/2006/relationships/image" Target="/ppt/media/image90.png" Id="Re961dac354c4487c" /><Relationship Type="http://schemas.openxmlformats.org/officeDocument/2006/relationships/image" Target="/ppt/media/image91.png" Id="R6ef5df26f2c34267" /><Relationship Type="http://schemas.openxmlformats.org/officeDocument/2006/relationships/image" Target="/ppt/media/image92.png" Id="R5f0c70f184434ada" /><Relationship Type="http://schemas.openxmlformats.org/officeDocument/2006/relationships/image" Target="/ppt/media/image93.png" Id="Rd589ff0db0384370" /><Relationship Type="http://schemas.openxmlformats.org/officeDocument/2006/relationships/image" Target="/ppt/media/image94.png" Id="R6b260e69aeeb4e75" /><Relationship Type="http://schemas.openxmlformats.org/officeDocument/2006/relationships/image" Target="/ppt/media/image95.png" Id="Rd963eda1645b4afb" /><Relationship Type="http://schemas.openxmlformats.org/officeDocument/2006/relationships/image" Target="/ppt/media/image96.png" Id="R80ee4995cc38428c" /><Relationship Type="http://schemas.openxmlformats.org/officeDocument/2006/relationships/image" Target="/ppt/media/image97.png" Id="R1f6d53ed0bd44cc9" /><Relationship Type="http://schemas.openxmlformats.org/officeDocument/2006/relationships/notesSlide" Target="/ppt/notesSlides/notesSlide4.xml" Id="R5fc21d7ffe6d45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b63161718466d" /><Relationship Type="http://schemas.openxmlformats.org/officeDocument/2006/relationships/image" Target="/ppt/media/image98.png" Id="Rb5c168b179a24c8f" /><Relationship Type="http://schemas.openxmlformats.org/officeDocument/2006/relationships/image" Target="/ppt/media/image99.png" Id="Ref3968efcbf140c3" /><Relationship Type="http://schemas.openxmlformats.org/officeDocument/2006/relationships/image" Target="/ppt/media/image100.png" Id="R3d7298b435bd4d06" /><Relationship Type="http://schemas.openxmlformats.org/officeDocument/2006/relationships/image" Target="/ppt/media/image101.png" Id="Raab1244fcc6f44d9" /><Relationship Type="http://schemas.openxmlformats.org/officeDocument/2006/relationships/image" Target="/ppt/media/image102.png" Id="Rabe426a8d0f249a4" /><Relationship Type="http://schemas.openxmlformats.org/officeDocument/2006/relationships/image" Target="/ppt/media/image103.png" Id="R8259e0f92a2d4e66" /><Relationship Type="http://schemas.openxmlformats.org/officeDocument/2006/relationships/image" Target="/ppt/media/image104.png" Id="Rc0edc151cdce4fc6" /><Relationship Type="http://schemas.openxmlformats.org/officeDocument/2006/relationships/image" Target="/ppt/media/image105.png" Id="Re4cc4eb408ee4e8d" /><Relationship Type="http://schemas.openxmlformats.org/officeDocument/2006/relationships/image" Target="/ppt/media/image106.png" Id="Rf3274be3f7934827" /><Relationship Type="http://schemas.openxmlformats.org/officeDocument/2006/relationships/image" Target="/ppt/media/image107.png" Id="R347af35171194c51" /><Relationship Type="http://schemas.openxmlformats.org/officeDocument/2006/relationships/image" Target="/ppt/media/image108.png" Id="Rfa89c7b8588a481b" /><Relationship Type="http://schemas.openxmlformats.org/officeDocument/2006/relationships/image" Target="/ppt/media/image109.png" Id="R7c7052d87c0b40d1" /><Relationship Type="http://schemas.openxmlformats.org/officeDocument/2006/relationships/image" Target="/ppt/media/image110.png" Id="Rfb25c725c3be4dd7" /><Relationship Type="http://schemas.openxmlformats.org/officeDocument/2006/relationships/image" Target="/ppt/media/image111.png" Id="Re2b2dce8571044ef" /><Relationship Type="http://schemas.openxmlformats.org/officeDocument/2006/relationships/image" Target="/ppt/media/image112.png" Id="R13e9a6733f124d06" /><Relationship Type="http://schemas.openxmlformats.org/officeDocument/2006/relationships/image" Target="/ppt/media/image113.png" Id="Re1887e9a71664f9d" /><Relationship Type="http://schemas.openxmlformats.org/officeDocument/2006/relationships/image" Target="/ppt/media/image114.png" Id="R906390a173804e6c" /><Relationship Type="http://schemas.openxmlformats.org/officeDocument/2006/relationships/image" Target="/ppt/media/image115.png" Id="R716ecdb063084e73" /><Relationship Type="http://schemas.openxmlformats.org/officeDocument/2006/relationships/image" Target="/ppt/media/image116.png" Id="R48ab9c74620d4524" /><Relationship Type="http://schemas.openxmlformats.org/officeDocument/2006/relationships/image" Target="/ppt/media/image117.png" Id="Re3422ffbd84c40ea" /><Relationship Type="http://schemas.openxmlformats.org/officeDocument/2006/relationships/image" Target="/ppt/media/image118.png" Id="R744d7fb9e7a64093" /><Relationship Type="http://schemas.openxmlformats.org/officeDocument/2006/relationships/image" Target="/ppt/media/image119.png" Id="R96b4c7edebe84137" /><Relationship Type="http://schemas.openxmlformats.org/officeDocument/2006/relationships/image" Target="/ppt/media/image120.png" Id="R7d77b3b8f7b44c53" /><Relationship Type="http://schemas.openxmlformats.org/officeDocument/2006/relationships/image" Target="/ppt/media/image121.png" Id="R200afd92f5824bf1" /><Relationship Type="http://schemas.openxmlformats.org/officeDocument/2006/relationships/image" Target="/ppt/media/image122.png" Id="Rc6e790aa92944cac" /><Relationship Type="http://schemas.openxmlformats.org/officeDocument/2006/relationships/image" Target="/ppt/media/image123.png" Id="Rfdbe9896e3954f38" /><Relationship Type="http://schemas.openxmlformats.org/officeDocument/2006/relationships/image" Target="/ppt/media/image124.png" Id="Re696b1415a1c4e60" /><Relationship Type="http://schemas.openxmlformats.org/officeDocument/2006/relationships/image" Target="/ppt/media/image125.png" Id="R6514b6914be845db" /><Relationship Type="http://schemas.openxmlformats.org/officeDocument/2006/relationships/image" Target="/ppt/media/image126.png" Id="R73ca1134861143c5" /><Relationship Type="http://schemas.openxmlformats.org/officeDocument/2006/relationships/image" Target="/ppt/media/image127.png" Id="Rd2ec7337722a4dc6" /><Relationship Type="http://schemas.openxmlformats.org/officeDocument/2006/relationships/image" Target="/ppt/media/image128.png" Id="R0fc9d4b3aac6481e" /><Relationship Type="http://schemas.openxmlformats.org/officeDocument/2006/relationships/image" Target="/ppt/media/image129.png" Id="R3fc69e5c3feb4d66" /><Relationship Type="http://schemas.openxmlformats.org/officeDocument/2006/relationships/notesSlide" Target="/ppt/notesSlides/notesSlide5.xml" Id="R066eb6a9d6b04b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9dc57425a4437" /><Relationship Type="http://schemas.openxmlformats.org/officeDocument/2006/relationships/image" Target="/ppt/media/image130.png" Id="Ra4dfffe4e2734a59" /><Relationship Type="http://schemas.openxmlformats.org/officeDocument/2006/relationships/image" Target="/ppt/media/image131.png" Id="R43bff46967c84bc6" /><Relationship Type="http://schemas.openxmlformats.org/officeDocument/2006/relationships/image" Target="/ppt/media/image132.png" Id="Re728f0a7abaa4054" /><Relationship Type="http://schemas.openxmlformats.org/officeDocument/2006/relationships/image" Target="/ppt/media/image133.png" Id="Rb7f7fef570524c3f" /><Relationship Type="http://schemas.openxmlformats.org/officeDocument/2006/relationships/image" Target="/ppt/media/image134.png" Id="Rc9f943b865074d39" /><Relationship Type="http://schemas.openxmlformats.org/officeDocument/2006/relationships/image" Target="/ppt/media/image135.png" Id="Re8b94e9440a04434" /><Relationship Type="http://schemas.openxmlformats.org/officeDocument/2006/relationships/image" Target="/ppt/media/image136.png" Id="Rb223cd3edf87438a" /><Relationship Type="http://schemas.openxmlformats.org/officeDocument/2006/relationships/image" Target="/ppt/media/image137.png" Id="R4471bbb915eb4e3f" /><Relationship Type="http://schemas.openxmlformats.org/officeDocument/2006/relationships/image" Target="/ppt/media/image138.png" Id="R669df219b0944063" /><Relationship Type="http://schemas.openxmlformats.org/officeDocument/2006/relationships/image" Target="/ppt/media/image139.png" Id="R565ed2f52d5f4813" /><Relationship Type="http://schemas.openxmlformats.org/officeDocument/2006/relationships/image" Target="/ppt/media/image140.png" Id="Rc83bea4509c74a54" /><Relationship Type="http://schemas.openxmlformats.org/officeDocument/2006/relationships/image" Target="/ppt/media/image141.png" Id="R1192efac3c174454" /><Relationship Type="http://schemas.openxmlformats.org/officeDocument/2006/relationships/image" Target="/ppt/media/image142.png" Id="R35e82399762b403c" /><Relationship Type="http://schemas.openxmlformats.org/officeDocument/2006/relationships/image" Target="/ppt/media/image143.png" Id="Re651a28534f343ac" /><Relationship Type="http://schemas.openxmlformats.org/officeDocument/2006/relationships/image" Target="/ppt/media/image144.png" Id="R13d300439aa6436d" /><Relationship Type="http://schemas.openxmlformats.org/officeDocument/2006/relationships/image" Target="/ppt/media/image145.png" Id="R147ee4badb36403b" /><Relationship Type="http://schemas.openxmlformats.org/officeDocument/2006/relationships/image" Target="/ppt/media/image146.png" Id="Rebe428e9ff624c7a" /><Relationship Type="http://schemas.openxmlformats.org/officeDocument/2006/relationships/image" Target="/ppt/media/image147.png" Id="R4287419286134d8c" /><Relationship Type="http://schemas.openxmlformats.org/officeDocument/2006/relationships/image" Target="/ppt/media/image148.png" Id="R9fcea74b82eb4e30" /><Relationship Type="http://schemas.openxmlformats.org/officeDocument/2006/relationships/image" Target="/ppt/media/image149.png" Id="Rb8054f4a6ff641c3" /><Relationship Type="http://schemas.openxmlformats.org/officeDocument/2006/relationships/image" Target="/ppt/media/image150.png" Id="Rf9d4f367e7ec4d67" /><Relationship Type="http://schemas.openxmlformats.org/officeDocument/2006/relationships/image" Target="/ppt/media/image151.png" Id="R1261b566d5764784" /><Relationship Type="http://schemas.openxmlformats.org/officeDocument/2006/relationships/image" Target="/ppt/media/image152.png" Id="Ra876d8c0fefe4097" /><Relationship Type="http://schemas.openxmlformats.org/officeDocument/2006/relationships/image" Target="/ppt/media/image153.png" Id="Rd340bc0f3f49411a" /><Relationship Type="http://schemas.openxmlformats.org/officeDocument/2006/relationships/image" Target="/ppt/media/image154.png" Id="R7ef7192393094c84" /><Relationship Type="http://schemas.openxmlformats.org/officeDocument/2006/relationships/image" Target="/ppt/media/image155.png" Id="R34d471019ff04406" /><Relationship Type="http://schemas.openxmlformats.org/officeDocument/2006/relationships/image" Target="/ppt/media/image156.png" Id="R37fec6ff695a4b3e" /><Relationship Type="http://schemas.openxmlformats.org/officeDocument/2006/relationships/image" Target="/ppt/media/image157.png" Id="R3872b36fe6024168" /><Relationship Type="http://schemas.openxmlformats.org/officeDocument/2006/relationships/image" Target="/ppt/media/image158.png" Id="Re4c3925ffd91440e" /><Relationship Type="http://schemas.openxmlformats.org/officeDocument/2006/relationships/image" Target="/ppt/media/image159.png" Id="Re068730c022f4736" /><Relationship Type="http://schemas.openxmlformats.org/officeDocument/2006/relationships/image" Target="/ppt/media/image160.png" Id="R4c66bc5c47964225" /><Relationship Type="http://schemas.openxmlformats.org/officeDocument/2006/relationships/image" Target="/ppt/media/image161.png" Id="R4c0c4293487d4bc8" /><Relationship Type="http://schemas.openxmlformats.org/officeDocument/2006/relationships/image" Target="/ppt/media/image162.png" Id="Rdacb960d1e4145a0" /><Relationship Type="http://schemas.openxmlformats.org/officeDocument/2006/relationships/image" Target="/ppt/media/image163.png" Id="R424e8bdb40f54d23" /><Relationship Type="http://schemas.openxmlformats.org/officeDocument/2006/relationships/image" Target="/ppt/media/image164.png" Id="R6b9159778aef4860" /><Relationship Type="http://schemas.openxmlformats.org/officeDocument/2006/relationships/image" Target="/ppt/media/image165.png" Id="Rd29c4b7627c64de7" /><Relationship Type="http://schemas.openxmlformats.org/officeDocument/2006/relationships/image" Target="/ppt/media/image166.png" Id="Rbd35cb086ee14e38" /><Relationship Type="http://schemas.openxmlformats.org/officeDocument/2006/relationships/image" Target="/ppt/media/image167.png" Id="Ra7d62c2f78df4119" /><Relationship Type="http://schemas.openxmlformats.org/officeDocument/2006/relationships/image" Target="/ppt/media/image168.png" Id="R1df225357f5541aa" /><Relationship Type="http://schemas.openxmlformats.org/officeDocument/2006/relationships/image" Target="/ppt/media/image169.png" Id="R9eafd7e4529e40b9" /><Relationship Type="http://schemas.openxmlformats.org/officeDocument/2006/relationships/image" Target="/ppt/media/image170.png" Id="Re8bd3b65a38941a4" /><Relationship Type="http://schemas.openxmlformats.org/officeDocument/2006/relationships/image" Target="/ppt/media/image171.png" Id="R898e2ec7ec844ffa" /><Relationship Type="http://schemas.openxmlformats.org/officeDocument/2006/relationships/image" Target="/ppt/media/image172.png" Id="Rfe1c4c5ec8594216" /><Relationship Type="http://schemas.openxmlformats.org/officeDocument/2006/relationships/image" Target="/ppt/media/image173.png" Id="R68fb2e39fb114789" /><Relationship Type="http://schemas.openxmlformats.org/officeDocument/2006/relationships/image" Target="/ppt/media/image174.png" Id="R0513c17e24af4b34" /><Relationship Type="http://schemas.openxmlformats.org/officeDocument/2006/relationships/image" Target="/ppt/media/image175.png" Id="Raba1179dc1db4094" /><Relationship Type="http://schemas.openxmlformats.org/officeDocument/2006/relationships/image" Target="/ppt/media/image176.png" Id="Rbb4dddebdac3454e" /><Relationship Type="http://schemas.openxmlformats.org/officeDocument/2006/relationships/image" Target="/ppt/media/image177.png" Id="R9e9f315286db40ee" /><Relationship Type="http://schemas.openxmlformats.org/officeDocument/2006/relationships/image" Target="/ppt/media/image178.png" Id="R5275f982d5224d3e" /><Relationship Type="http://schemas.openxmlformats.org/officeDocument/2006/relationships/image" Target="/ppt/media/image179.png" Id="Rd41729d73e0546d4" /><Relationship Type="http://schemas.openxmlformats.org/officeDocument/2006/relationships/image" Target="/ppt/media/image180.png" Id="Rcb4875ff88164863" /><Relationship Type="http://schemas.openxmlformats.org/officeDocument/2006/relationships/image" Target="/ppt/media/image181.png" Id="R5bd5a383f53b49f4" /><Relationship Type="http://schemas.openxmlformats.org/officeDocument/2006/relationships/image" Target="/ppt/media/image182.png" Id="R3855010cb9464b46" /><Relationship Type="http://schemas.openxmlformats.org/officeDocument/2006/relationships/notesSlide" Target="/ppt/notesSlides/notesSlide6.xml" Id="R37b0d38181374d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92a5c91014b27" /><Relationship Type="http://schemas.openxmlformats.org/officeDocument/2006/relationships/image" Target="/ppt/media/image183.png" Id="R830777a4a6494743" /><Relationship Type="http://schemas.openxmlformats.org/officeDocument/2006/relationships/image" Target="/ppt/media/image184.png" Id="R745f5528bb8149b7" /><Relationship Type="http://schemas.openxmlformats.org/officeDocument/2006/relationships/image" Target="/ppt/media/image185.png" Id="R3c39c882d41f4e98" /><Relationship Type="http://schemas.openxmlformats.org/officeDocument/2006/relationships/image" Target="/ppt/media/image186.png" Id="R4b9a9be9e56a42ba" /><Relationship Type="http://schemas.openxmlformats.org/officeDocument/2006/relationships/image" Target="/ppt/media/image187.png" Id="Rf6a495f46aa34efd" /><Relationship Type="http://schemas.openxmlformats.org/officeDocument/2006/relationships/image" Target="/ppt/media/image188.png" Id="Rc49327fd70164c99" /><Relationship Type="http://schemas.openxmlformats.org/officeDocument/2006/relationships/image" Target="/ppt/media/image189.png" Id="Rc29e993b1aee4f08" /><Relationship Type="http://schemas.openxmlformats.org/officeDocument/2006/relationships/image" Target="/ppt/media/image190.png" Id="R9376d8f1b7c947ed" /><Relationship Type="http://schemas.openxmlformats.org/officeDocument/2006/relationships/image" Target="/ppt/media/image191.png" Id="R4035db381ef44330" /><Relationship Type="http://schemas.openxmlformats.org/officeDocument/2006/relationships/image" Target="/ppt/media/image192.png" Id="R27114fc6f1d14785" /><Relationship Type="http://schemas.openxmlformats.org/officeDocument/2006/relationships/image" Target="/ppt/media/image193.png" Id="Re0b463a088364314" /><Relationship Type="http://schemas.openxmlformats.org/officeDocument/2006/relationships/image" Target="/ppt/media/image194.png" Id="R3d8454b815a24b85" /><Relationship Type="http://schemas.openxmlformats.org/officeDocument/2006/relationships/notesSlide" Target="/ppt/notesSlides/notesSlide7.xml" Id="R4f586e4724bb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bcbc2caef44bc" /><Relationship Type="http://schemas.openxmlformats.org/officeDocument/2006/relationships/image" Target="/ppt/media/image195.png" Id="R03ae630e8f0844ba" /><Relationship Type="http://schemas.openxmlformats.org/officeDocument/2006/relationships/image" Target="/ppt/media/image196.png" Id="Rfa20eceaa39940d9" /><Relationship Type="http://schemas.openxmlformats.org/officeDocument/2006/relationships/image" Target="/ppt/media/image197.png" Id="R46112129b1774bd4" /><Relationship Type="http://schemas.openxmlformats.org/officeDocument/2006/relationships/image" Target="/ppt/media/image198.png" Id="Ra8432c24aabf4e17" /><Relationship Type="http://schemas.openxmlformats.org/officeDocument/2006/relationships/image" Target="/ppt/media/image199.png" Id="R65776f9f42b346f5" /><Relationship Type="http://schemas.openxmlformats.org/officeDocument/2006/relationships/image" Target="/ppt/media/image200.png" Id="Rf74ebfcd65ee40d7" /><Relationship Type="http://schemas.openxmlformats.org/officeDocument/2006/relationships/image" Target="/ppt/media/image201.png" Id="R283ed7b60afb4709" /><Relationship Type="http://schemas.openxmlformats.org/officeDocument/2006/relationships/image" Target="/ppt/media/image202.png" Id="R28b57187bae94ddb" /><Relationship Type="http://schemas.openxmlformats.org/officeDocument/2006/relationships/image" Target="/ppt/media/image203.png" Id="R22d08d1b10284564" /><Relationship Type="http://schemas.openxmlformats.org/officeDocument/2006/relationships/image" Target="/ppt/media/image204.png" Id="R6b091c82020b4eea" /><Relationship Type="http://schemas.openxmlformats.org/officeDocument/2006/relationships/image" Target="/ppt/media/image205.png" Id="Rb9f7fe967e0b49e1" /><Relationship Type="http://schemas.openxmlformats.org/officeDocument/2006/relationships/image" Target="/ppt/media/image206.png" Id="R0f3f5787882e4814" /><Relationship Type="http://schemas.openxmlformats.org/officeDocument/2006/relationships/image" Target="/ppt/media/image207.png" Id="Rc1a1e0a832734f8a" /><Relationship Type="http://schemas.openxmlformats.org/officeDocument/2006/relationships/image" Target="/ppt/media/image208.png" Id="R9ae976a83f5c436e" /><Relationship Type="http://schemas.openxmlformats.org/officeDocument/2006/relationships/image" Target="/ppt/media/image209.png" Id="R8c0f47ff18ed466f" /><Relationship Type="http://schemas.openxmlformats.org/officeDocument/2006/relationships/image" Target="/ppt/media/image210.png" Id="R0d6d519bd95148a2" /><Relationship Type="http://schemas.openxmlformats.org/officeDocument/2006/relationships/notesSlide" Target="/ppt/notesSlides/notesSlide8.xml" Id="R5b314d8e7bbb41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78e2cefbb4f84" /><Relationship Type="http://schemas.openxmlformats.org/officeDocument/2006/relationships/image" Target="/ppt/media/image211.png" Id="R7ad27637b606430c" /><Relationship Type="http://schemas.openxmlformats.org/officeDocument/2006/relationships/image" Target="/ppt/media/image212.png" Id="Rfb51148bfe7f4ef5" /><Relationship Type="http://schemas.openxmlformats.org/officeDocument/2006/relationships/image" Target="/ppt/media/image213.png" Id="R79e747304a424ab7" /><Relationship Type="http://schemas.openxmlformats.org/officeDocument/2006/relationships/image" Target="/ppt/media/image214.png" Id="R629b95c4b8034407" /><Relationship Type="http://schemas.openxmlformats.org/officeDocument/2006/relationships/image" Target="/ppt/media/image215.png" Id="R175f336624794ad5" /><Relationship Type="http://schemas.openxmlformats.org/officeDocument/2006/relationships/image" Target="/ppt/media/image216.png" Id="Rc478e04ec8d747ea" /><Relationship Type="http://schemas.openxmlformats.org/officeDocument/2006/relationships/image" Target="/ppt/media/image217.png" Id="Re3852db65f1c4fd2" /><Relationship Type="http://schemas.openxmlformats.org/officeDocument/2006/relationships/image" Target="/ppt/media/image218.png" Id="R29b26617a09e48a9" /><Relationship Type="http://schemas.openxmlformats.org/officeDocument/2006/relationships/image" Target="/ppt/media/image219.png" Id="Re2edaf7f25da4f0f" /><Relationship Type="http://schemas.openxmlformats.org/officeDocument/2006/relationships/image" Target="/ppt/media/image220.png" Id="Rbf037eb6234e4362" /><Relationship Type="http://schemas.openxmlformats.org/officeDocument/2006/relationships/image" Target="/ppt/media/image221.png" Id="R956b71108eb84729" /><Relationship Type="http://schemas.openxmlformats.org/officeDocument/2006/relationships/image" Target="/ppt/media/image222.png" Id="R6b1932c161454289" /><Relationship Type="http://schemas.openxmlformats.org/officeDocument/2006/relationships/image" Target="/ppt/media/image223.png" Id="R40213fcf33e24a03" /><Relationship Type="http://schemas.openxmlformats.org/officeDocument/2006/relationships/image" Target="/ppt/media/image224.png" Id="R1d368c1617ca4948" /><Relationship Type="http://schemas.openxmlformats.org/officeDocument/2006/relationships/image" Target="/ppt/media/image225.png" Id="R77561e6db5884ce5" /><Relationship Type="http://schemas.openxmlformats.org/officeDocument/2006/relationships/image" Target="/ppt/media/image226.png" Id="Rdb5fd0ea848d4141" /><Relationship Type="http://schemas.openxmlformats.org/officeDocument/2006/relationships/image" Target="/ppt/media/image227.png" Id="R126ea247d91b42f0" /><Relationship Type="http://schemas.openxmlformats.org/officeDocument/2006/relationships/image" Target="/ppt/media/image228.png" Id="R01a40f90b85f465b" /><Relationship Type="http://schemas.openxmlformats.org/officeDocument/2006/relationships/image" Target="/ppt/media/image229.png" Id="Rfed87ae2e3de40b0" /><Relationship Type="http://schemas.openxmlformats.org/officeDocument/2006/relationships/image" Target="/ppt/media/image230.png" Id="R6b58c87afa9f4081" /><Relationship Type="http://schemas.openxmlformats.org/officeDocument/2006/relationships/image" Target="/ppt/media/image231.png" Id="R2964645ea1514288" /><Relationship Type="http://schemas.openxmlformats.org/officeDocument/2006/relationships/image" Target="/ppt/media/image232.png" Id="Rbd8e98501a2d4004" /><Relationship Type="http://schemas.openxmlformats.org/officeDocument/2006/relationships/image" Target="/ppt/media/image233.png" Id="Rea2ca5bc4c064ce1" /><Relationship Type="http://schemas.openxmlformats.org/officeDocument/2006/relationships/image" Target="/ppt/media/image234.png" Id="R538b87868dbf4e88" /><Relationship Type="http://schemas.openxmlformats.org/officeDocument/2006/relationships/image" Target="/ppt/media/image235.png" Id="Ra8094a036ebc4bb4" /><Relationship Type="http://schemas.openxmlformats.org/officeDocument/2006/relationships/image" Target="/ppt/media/image236.png" Id="Rf863f033763c4d96" /><Relationship Type="http://schemas.openxmlformats.org/officeDocument/2006/relationships/image" Target="/ppt/media/image237.png" Id="R8fa18e34e910451f" /><Relationship Type="http://schemas.openxmlformats.org/officeDocument/2006/relationships/image" Target="/ppt/media/image238.png" Id="R1155ce26e096448a" /><Relationship Type="http://schemas.openxmlformats.org/officeDocument/2006/relationships/image" Target="/ppt/media/image239.png" Id="R3f042c4a23684374" /><Relationship Type="http://schemas.openxmlformats.org/officeDocument/2006/relationships/image" Target="/ppt/media/image240.png" Id="R1aa59fd32aba4f63" /><Relationship Type="http://schemas.openxmlformats.org/officeDocument/2006/relationships/image" Target="/ppt/media/image241.png" Id="R2009eb0e67ef470b" /><Relationship Type="http://schemas.openxmlformats.org/officeDocument/2006/relationships/image" Target="/ppt/media/image242.png" Id="R6f500ca6a29047c6" /><Relationship Type="http://schemas.openxmlformats.org/officeDocument/2006/relationships/image" Target="/ppt/media/image243.png" Id="Rd3261a62f1da4e78" /><Relationship Type="http://schemas.openxmlformats.org/officeDocument/2006/relationships/notesSlide" Target="/ppt/notesSlides/notesSlide9.xml" Id="R5fcc114db60541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78b12ad704b6c" /><Relationship Type="http://schemas.openxmlformats.org/officeDocument/2006/relationships/image" Target="/ppt/media/image244.png" Id="R0ec6690aa54c4880" /><Relationship Type="http://schemas.openxmlformats.org/officeDocument/2006/relationships/image" Target="/ppt/media/image245.png" Id="Rff322c4e5cab449c" /><Relationship Type="http://schemas.openxmlformats.org/officeDocument/2006/relationships/image" Target="/ppt/media/image246.png" Id="R7b583a9643f84020" /><Relationship Type="http://schemas.openxmlformats.org/officeDocument/2006/relationships/image" Target="/ppt/media/image247.png" Id="R14a6645e17944534" /><Relationship Type="http://schemas.openxmlformats.org/officeDocument/2006/relationships/image" Target="/ppt/media/image248.png" Id="Rc2dc5607aeb64ad8" /><Relationship Type="http://schemas.openxmlformats.org/officeDocument/2006/relationships/image" Target="/ppt/media/image249.png" Id="Raa17e0e641504779" /><Relationship Type="http://schemas.openxmlformats.org/officeDocument/2006/relationships/image" Target="/ppt/media/image250.png" Id="Rd59181119584472b" /><Relationship Type="http://schemas.openxmlformats.org/officeDocument/2006/relationships/image" Target="/ppt/media/image251.png" Id="R95849e79570d481f" /><Relationship Type="http://schemas.openxmlformats.org/officeDocument/2006/relationships/image" Target="/ppt/media/image252.png" Id="R05cbb5f57c734f87" /><Relationship Type="http://schemas.openxmlformats.org/officeDocument/2006/relationships/image" Target="/ppt/media/image253.png" Id="R5c47559ebbbd4e21" /><Relationship Type="http://schemas.openxmlformats.org/officeDocument/2006/relationships/image" Target="/ppt/media/image254.png" Id="R2f4b816ac59c4f38" /><Relationship Type="http://schemas.openxmlformats.org/officeDocument/2006/relationships/image" Target="/ppt/media/image255.png" Id="R24fd0e44cc89429a" /><Relationship Type="http://schemas.openxmlformats.org/officeDocument/2006/relationships/image" Target="/ppt/media/image256.png" Id="Re33e58713e1348c7" /><Relationship Type="http://schemas.openxmlformats.org/officeDocument/2006/relationships/image" Target="/ppt/media/image257.png" Id="R9fd8245098bc459a" /><Relationship Type="http://schemas.openxmlformats.org/officeDocument/2006/relationships/image" Target="/ppt/media/image258.png" Id="R7536c02c36d44ed7" /><Relationship Type="http://schemas.openxmlformats.org/officeDocument/2006/relationships/image" Target="/ppt/media/image259.png" Id="Refc2815669b140bd" /><Relationship Type="http://schemas.openxmlformats.org/officeDocument/2006/relationships/image" Target="/ppt/media/image260.png" Id="R9e0fa4dff0f84b34" /><Relationship Type="http://schemas.openxmlformats.org/officeDocument/2006/relationships/image" Target="/ppt/media/image261.png" Id="Rdfada9965fde415a" /><Relationship Type="http://schemas.openxmlformats.org/officeDocument/2006/relationships/image" Target="/ppt/media/image262.png" Id="Re7061e9f6cd647ee" /><Relationship Type="http://schemas.openxmlformats.org/officeDocument/2006/relationships/image" Target="/ppt/media/image263.png" Id="R85cc6dcb059c439a" /><Relationship Type="http://schemas.openxmlformats.org/officeDocument/2006/relationships/image" Target="/ppt/media/image264.png" Id="Rf352a6c7305c4aa4" /><Relationship Type="http://schemas.openxmlformats.org/officeDocument/2006/relationships/image" Target="/ppt/media/image265.png" Id="Rc9a80281c6d64746" /><Relationship Type="http://schemas.openxmlformats.org/officeDocument/2006/relationships/image" Target="/ppt/media/image266.png" Id="R0dbe90ecaa6b4530" /><Relationship Type="http://schemas.openxmlformats.org/officeDocument/2006/relationships/image" Target="/ppt/media/image267.png" Id="Ra4325650384d482a" /><Relationship Type="http://schemas.openxmlformats.org/officeDocument/2006/relationships/image" Target="/ppt/media/image268.png" Id="R998bb5e5284c4a10" /><Relationship Type="http://schemas.openxmlformats.org/officeDocument/2006/relationships/image" Target="/ppt/media/image269.png" Id="Rfcd1fcb99f5e4c8e" /><Relationship Type="http://schemas.openxmlformats.org/officeDocument/2006/relationships/image" Target="/ppt/media/image270.png" Id="Rdacaed0507274fe5" /><Relationship Type="http://schemas.openxmlformats.org/officeDocument/2006/relationships/image" Target="/ppt/media/image271.png" Id="Rc7ad8589a9604db5" /><Relationship Type="http://schemas.openxmlformats.org/officeDocument/2006/relationships/image" Target="/ppt/media/image272.png" Id="R5c7f857c7f264aab" /><Relationship Type="http://schemas.openxmlformats.org/officeDocument/2006/relationships/image" Target="/ppt/media/image273.png" Id="R9caaddbc8e734216" /><Relationship Type="http://schemas.openxmlformats.org/officeDocument/2006/relationships/image" Target="/ppt/media/image274.png" Id="R2a8387d9f8b24834" /><Relationship Type="http://schemas.openxmlformats.org/officeDocument/2006/relationships/image" Target="/ppt/media/image275.png" Id="R8e849e98d6fa4b1e" /><Relationship Type="http://schemas.openxmlformats.org/officeDocument/2006/relationships/image" Target="/ppt/media/image276.png" Id="R6b2edd74cbcc4ce6" /><Relationship Type="http://schemas.openxmlformats.org/officeDocument/2006/relationships/image" Target="/ppt/media/image277.png" Id="R919f5c3be0634787" /><Relationship Type="http://schemas.openxmlformats.org/officeDocument/2006/relationships/notesSlide" Target="/ppt/notesSlides/notesSlide10.xml" Id="R5a0d2d2438dc42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b69f4fa714e72" /><Relationship Type="http://schemas.openxmlformats.org/officeDocument/2006/relationships/image" Target="/ppt/media/image278.png" Id="R93370bd76b1e4634" /><Relationship Type="http://schemas.openxmlformats.org/officeDocument/2006/relationships/image" Target="/ppt/media/image279.png" Id="R4977f2d1879e4d31" /><Relationship Type="http://schemas.openxmlformats.org/officeDocument/2006/relationships/image" Target="/ppt/media/image280.png" Id="Re0fa74061bbc4bff" /><Relationship Type="http://schemas.openxmlformats.org/officeDocument/2006/relationships/image" Target="/ppt/media/image281.png" Id="R67bc3e249b0d42bc" /><Relationship Type="http://schemas.openxmlformats.org/officeDocument/2006/relationships/image" Target="/ppt/media/image282.png" Id="Red597a3cbbf647b7" /><Relationship Type="http://schemas.openxmlformats.org/officeDocument/2006/relationships/image" Target="/ppt/media/image283.png" Id="R61e697ed0c614243" /><Relationship Type="http://schemas.openxmlformats.org/officeDocument/2006/relationships/image" Target="/ppt/media/image284.png" Id="R6c2448337aac4d03" /><Relationship Type="http://schemas.openxmlformats.org/officeDocument/2006/relationships/image" Target="/ppt/media/image285.png" Id="Rfb1a01cc64574f57" /><Relationship Type="http://schemas.openxmlformats.org/officeDocument/2006/relationships/image" Target="/ppt/media/image286.png" Id="R2716ab6f4fb14f40" /><Relationship Type="http://schemas.openxmlformats.org/officeDocument/2006/relationships/image" Target="/ppt/media/image287.png" Id="Rba59d67fbb6a4f9c" /><Relationship Type="http://schemas.openxmlformats.org/officeDocument/2006/relationships/image" Target="/ppt/media/image288.png" Id="Rd6502d67a1e54279" /><Relationship Type="http://schemas.openxmlformats.org/officeDocument/2006/relationships/image" Target="/ppt/media/image289.png" Id="R19e3a4a87161423e" /><Relationship Type="http://schemas.openxmlformats.org/officeDocument/2006/relationships/image" Target="/ppt/media/image290.png" Id="R64db2d763d0946bc" /><Relationship Type="http://schemas.openxmlformats.org/officeDocument/2006/relationships/image" Target="/ppt/media/image291.png" Id="Rb113fb2a9a1f4998" /><Relationship Type="http://schemas.openxmlformats.org/officeDocument/2006/relationships/image" Target="/ppt/media/image292.png" Id="R991f09e3fe5445ce" /><Relationship Type="http://schemas.openxmlformats.org/officeDocument/2006/relationships/image" Target="/ppt/media/image293.png" Id="R94199c8f633b4cf6" /><Relationship Type="http://schemas.openxmlformats.org/officeDocument/2006/relationships/image" Target="/ppt/media/image294.png" Id="R62e627b4c35c41b9" /><Relationship Type="http://schemas.openxmlformats.org/officeDocument/2006/relationships/image" Target="/ppt/media/image295.png" Id="R16dd9713ab7f4372" /><Relationship Type="http://schemas.openxmlformats.org/officeDocument/2006/relationships/image" Target="/ppt/media/image296.png" Id="R08d8c160950746bb" /><Relationship Type="http://schemas.openxmlformats.org/officeDocument/2006/relationships/image" Target="/ppt/media/image297.png" Id="Rbba893870c02403f" /><Relationship Type="http://schemas.openxmlformats.org/officeDocument/2006/relationships/image" Target="/ppt/media/image298.png" Id="R0501459204084a82" /><Relationship Type="http://schemas.openxmlformats.org/officeDocument/2006/relationships/image" Target="/ppt/media/image299.png" Id="Rbb9bd73df4e54388" /><Relationship Type="http://schemas.openxmlformats.org/officeDocument/2006/relationships/image" Target="/ppt/media/image300.png" Id="Rc6891dcbe0e24e74" /><Relationship Type="http://schemas.openxmlformats.org/officeDocument/2006/relationships/image" Target="/ppt/media/image301.png" Id="Rcd12ad6d1f784d4f" /><Relationship Type="http://schemas.openxmlformats.org/officeDocument/2006/relationships/image" Target="/ppt/media/image302.png" Id="R88acf30ef4de4544" /><Relationship Type="http://schemas.openxmlformats.org/officeDocument/2006/relationships/image" Target="/ppt/media/image303.png" Id="R9d9b17065a7e4b8d" /><Relationship Type="http://schemas.openxmlformats.org/officeDocument/2006/relationships/image" Target="/ppt/media/image304.png" Id="R02823f9e62004be1" /><Relationship Type="http://schemas.openxmlformats.org/officeDocument/2006/relationships/image" Target="/ppt/media/image305.png" Id="Rbbb9d1ba77034e8b" /><Relationship Type="http://schemas.openxmlformats.org/officeDocument/2006/relationships/notesSlide" Target="/ppt/notesSlides/notesSlide11.xml" Id="R56d7e50fe2f342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64332337847af" /><Relationship Type="http://schemas.openxmlformats.org/officeDocument/2006/relationships/image" Target="/ppt/media/image306.png" Id="R9b0c9577a8214119" /><Relationship Type="http://schemas.openxmlformats.org/officeDocument/2006/relationships/image" Target="/ppt/media/image307.png" Id="Rd5dfc8f9fa6844f4" /><Relationship Type="http://schemas.openxmlformats.org/officeDocument/2006/relationships/image" Target="/ppt/media/image308.png" Id="R195cedb5bc5745f1" /><Relationship Type="http://schemas.openxmlformats.org/officeDocument/2006/relationships/image" Target="/ppt/media/image309.png" Id="R2053f6ef6d4d4a47" /><Relationship Type="http://schemas.openxmlformats.org/officeDocument/2006/relationships/image" Target="/ppt/media/image310.png" Id="R0511b6cc6e664fb8" /><Relationship Type="http://schemas.openxmlformats.org/officeDocument/2006/relationships/image" Target="/ppt/media/image311.png" Id="R571c2173fa484527" /><Relationship Type="http://schemas.openxmlformats.org/officeDocument/2006/relationships/image" Target="/ppt/media/image312.png" Id="R209a7aaeaec84ec1" /><Relationship Type="http://schemas.openxmlformats.org/officeDocument/2006/relationships/image" Target="/ppt/media/image313.png" Id="R0a8b29807fd04653" /><Relationship Type="http://schemas.openxmlformats.org/officeDocument/2006/relationships/image" Target="/ppt/media/image314.png" Id="Rdefea6da8c164219" /><Relationship Type="http://schemas.openxmlformats.org/officeDocument/2006/relationships/image" Target="/ppt/media/image315.png" Id="Rbc64a45426504a88" /><Relationship Type="http://schemas.openxmlformats.org/officeDocument/2006/relationships/image" Target="/ppt/media/image316.png" Id="R45de2c288b814cc6" /><Relationship Type="http://schemas.openxmlformats.org/officeDocument/2006/relationships/image" Target="/ppt/media/image317.png" Id="R0bc37672213f4cd5" /><Relationship Type="http://schemas.openxmlformats.org/officeDocument/2006/relationships/image" Target="/ppt/media/image318.png" Id="R84efd4eebf9341ea" /><Relationship Type="http://schemas.openxmlformats.org/officeDocument/2006/relationships/image" Target="/ppt/media/image319.png" Id="R860f96bdc74e4933" /><Relationship Type="http://schemas.openxmlformats.org/officeDocument/2006/relationships/image" Target="/ppt/media/image320.png" Id="Rd05669855a7647e2" /><Relationship Type="http://schemas.openxmlformats.org/officeDocument/2006/relationships/image" Target="/ppt/media/image321.png" Id="Ree0b3a36c84b41b4" /><Relationship Type="http://schemas.openxmlformats.org/officeDocument/2006/relationships/image" Target="/ppt/media/image322.png" Id="R1e9f564ab1454094" /><Relationship Type="http://schemas.openxmlformats.org/officeDocument/2006/relationships/image" Target="/ppt/media/image323.png" Id="R502549a0976a4cf5" /><Relationship Type="http://schemas.openxmlformats.org/officeDocument/2006/relationships/image" Target="/ppt/media/image324.png" Id="R0d56b8ddabf1478f" /><Relationship Type="http://schemas.openxmlformats.org/officeDocument/2006/relationships/image" Target="/ppt/media/image325.png" Id="Rc70a94e86b384b59" /><Relationship Type="http://schemas.openxmlformats.org/officeDocument/2006/relationships/image" Target="/ppt/media/image326.png" Id="R8dd50729f9b747e9" /><Relationship Type="http://schemas.openxmlformats.org/officeDocument/2006/relationships/image" Target="/ppt/media/image327.png" Id="R6338501e2503451a" /><Relationship Type="http://schemas.openxmlformats.org/officeDocument/2006/relationships/image" Target="/ppt/media/image328.png" Id="Rf85b1e1124de400b" /><Relationship Type="http://schemas.openxmlformats.org/officeDocument/2006/relationships/image" Target="/ppt/media/image329.png" Id="Rc8c35090354d4a2a" /><Relationship Type="http://schemas.openxmlformats.org/officeDocument/2006/relationships/image" Target="/ppt/media/image330.png" Id="Rf9e273fb2a264406" /><Relationship Type="http://schemas.openxmlformats.org/officeDocument/2006/relationships/image" Target="/ppt/media/image331.png" Id="Rb7f1c64a182f4842" /><Relationship Type="http://schemas.openxmlformats.org/officeDocument/2006/relationships/image" Target="/ppt/media/image332.png" Id="R3e6d88ea77c64a4c" /><Relationship Type="http://schemas.openxmlformats.org/officeDocument/2006/relationships/image" Target="/ppt/media/image333.png" Id="R4540b057ee844c0a" /><Relationship Type="http://schemas.openxmlformats.org/officeDocument/2006/relationships/image" Target="/ppt/media/image334.png" Id="Rcda7c2b0d1bc45c4" /><Relationship Type="http://schemas.openxmlformats.org/officeDocument/2006/relationships/image" Target="/ppt/media/image335.png" Id="R032d709edca54e2a" /><Relationship Type="http://schemas.openxmlformats.org/officeDocument/2006/relationships/image" Target="/ppt/media/image336.png" Id="R45a7a470bf614c63" /><Relationship Type="http://schemas.openxmlformats.org/officeDocument/2006/relationships/image" Target="/ppt/media/image337.png" Id="R1f4b1d968e7c4c9e" /><Relationship Type="http://schemas.openxmlformats.org/officeDocument/2006/relationships/image" Target="/ppt/media/image338.png" Id="R3a745e62ff2849f9" /><Relationship Type="http://schemas.openxmlformats.org/officeDocument/2006/relationships/image" Target="/ppt/media/image339.png" Id="R174afa17c6b04de5" /><Relationship Type="http://schemas.openxmlformats.org/officeDocument/2006/relationships/image" Target="/ppt/media/image340.png" Id="Rb2a2b40560564a8d" /><Relationship Type="http://schemas.openxmlformats.org/officeDocument/2006/relationships/image" Target="/ppt/media/image341.png" Id="R86f2915ea0e3408f" /><Relationship Type="http://schemas.openxmlformats.org/officeDocument/2006/relationships/image" Target="/ppt/media/image342.png" Id="Rdcbe80ad4cf74480" /><Relationship Type="http://schemas.openxmlformats.org/officeDocument/2006/relationships/notesSlide" Target="/ppt/notesSlides/notesSlide12.xml" Id="Rb3876050bf7b4b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feeaf5f714787" /><Relationship Type="http://schemas.openxmlformats.org/officeDocument/2006/relationships/image" Target="/ppt/media/image343.png" Id="R3ae73d4889a14208" /><Relationship Type="http://schemas.openxmlformats.org/officeDocument/2006/relationships/image" Target="/ppt/media/image344.png" Id="Rc8d79a998a1242a8" /><Relationship Type="http://schemas.openxmlformats.org/officeDocument/2006/relationships/image" Target="/ppt/media/image345.png" Id="R08a143556fc24f2d" /><Relationship Type="http://schemas.openxmlformats.org/officeDocument/2006/relationships/image" Target="/ppt/media/image346.png" Id="R453ca323d8964a6f" /><Relationship Type="http://schemas.openxmlformats.org/officeDocument/2006/relationships/image" Target="/ppt/media/image347.png" Id="R1974c36bcff14374" /><Relationship Type="http://schemas.openxmlformats.org/officeDocument/2006/relationships/image" Target="/ppt/media/image348.png" Id="Raff293bf17c54215" /><Relationship Type="http://schemas.openxmlformats.org/officeDocument/2006/relationships/image" Target="/ppt/media/image349.png" Id="R70bad1d0d14c4b89" /><Relationship Type="http://schemas.openxmlformats.org/officeDocument/2006/relationships/image" Target="/ppt/media/image350.png" Id="R01356a0505044da9" /><Relationship Type="http://schemas.openxmlformats.org/officeDocument/2006/relationships/image" Target="/ppt/media/image351.png" Id="R986b3571d355488c" /><Relationship Type="http://schemas.openxmlformats.org/officeDocument/2006/relationships/image" Target="/ppt/media/image352.png" Id="Rc505d6ba78ae44a0" /><Relationship Type="http://schemas.openxmlformats.org/officeDocument/2006/relationships/image" Target="/ppt/media/image353.png" Id="R0a9465e84abe4c48" /><Relationship Type="http://schemas.openxmlformats.org/officeDocument/2006/relationships/image" Target="/ppt/media/image354.png" Id="Rd706d4e2a37e4380" /><Relationship Type="http://schemas.openxmlformats.org/officeDocument/2006/relationships/image" Target="/ppt/media/image355.png" Id="Rbd5012344edd4626" /><Relationship Type="http://schemas.openxmlformats.org/officeDocument/2006/relationships/image" Target="/ppt/media/image356.png" Id="Reed13be9dba7429d" /><Relationship Type="http://schemas.openxmlformats.org/officeDocument/2006/relationships/image" Target="/ppt/media/image357.png" Id="R290bc569277644da" /><Relationship Type="http://schemas.openxmlformats.org/officeDocument/2006/relationships/image" Target="/ppt/media/image358.png" Id="R31df86e0230c4ab5" /><Relationship Type="http://schemas.openxmlformats.org/officeDocument/2006/relationships/image" Target="/ppt/media/image359.png" Id="Ra00665fab4184618" /><Relationship Type="http://schemas.openxmlformats.org/officeDocument/2006/relationships/image" Target="/ppt/media/image360.png" Id="R6a460aea65ab4f38" /><Relationship Type="http://schemas.openxmlformats.org/officeDocument/2006/relationships/image" Target="/ppt/media/image361.png" Id="R17d7c779b306487e" /><Relationship Type="http://schemas.openxmlformats.org/officeDocument/2006/relationships/image" Target="/ppt/media/image362.png" Id="Rca8e12e35d7d453c" /><Relationship Type="http://schemas.openxmlformats.org/officeDocument/2006/relationships/image" Target="/ppt/media/image363.png" Id="Rf79eca29a2064bd0" /><Relationship Type="http://schemas.openxmlformats.org/officeDocument/2006/relationships/image" Target="/ppt/media/image364.png" Id="R029abf8335a043a2" /><Relationship Type="http://schemas.openxmlformats.org/officeDocument/2006/relationships/image" Target="/ppt/media/image365.png" Id="Rc06c9a4e58f84015" /><Relationship Type="http://schemas.openxmlformats.org/officeDocument/2006/relationships/image" Target="/ppt/media/image366.png" Id="Rb8d9b04825ed4fad" /><Relationship Type="http://schemas.openxmlformats.org/officeDocument/2006/relationships/image" Target="/ppt/media/image367.png" Id="R9651a10fa0534da7" /><Relationship Type="http://schemas.openxmlformats.org/officeDocument/2006/relationships/image" Target="/ppt/media/image368.png" Id="R7559111fd0864e6c" /><Relationship Type="http://schemas.openxmlformats.org/officeDocument/2006/relationships/notesSlide" Target="/ppt/notesSlides/notesSlide13.xml" Id="Rc28c2c348ca54d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e2a15f3b94742" /><Relationship Type="http://schemas.openxmlformats.org/officeDocument/2006/relationships/image" Target="/ppt/media/image369.png" Id="R30e931c5509243ad" /><Relationship Type="http://schemas.openxmlformats.org/officeDocument/2006/relationships/image" Target="/ppt/media/image370.png" Id="R9536ff99d96a4808" /><Relationship Type="http://schemas.openxmlformats.org/officeDocument/2006/relationships/image" Target="/ppt/media/image371.png" Id="Ra3487af99b064f82" /><Relationship Type="http://schemas.openxmlformats.org/officeDocument/2006/relationships/image" Target="/ppt/media/image372.png" Id="Rdb0244cae4134de5" /><Relationship Type="http://schemas.openxmlformats.org/officeDocument/2006/relationships/image" Target="/ppt/media/image373.png" Id="Rb1b07d0c0e404504" /><Relationship Type="http://schemas.openxmlformats.org/officeDocument/2006/relationships/image" Target="/ppt/media/image374.png" Id="R36fcb9aafc524cc7" /><Relationship Type="http://schemas.openxmlformats.org/officeDocument/2006/relationships/image" Target="/ppt/media/image375.png" Id="Rc4d631ee15dd4737" /><Relationship Type="http://schemas.openxmlformats.org/officeDocument/2006/relationships/image" Target="/ppt/media/image376.png" Id="R96db7d9234254b34" /><Relationship Type="http://schemas.openxmlformats.org/officeDocument/2006/relationships/image" Target="/ppt/media/image377.png" Id="R2927f1044e6544f1" /><Relationship Type="http://schemas.openxmlformats.org/officeDocument/2006/relationships/image" Target="/ppt/media/image378.png" Id="Rd2db84eec8734b5b" /><Relationship Type="http://schemas.openxmlformats.org/officeDocument/2006/relationships/image" Target="/ppt/media/image379.png" Id="Ra8318153bea14af4" /><Relationship Type="http://schemas.openxmlformats.org/officeDocument/2006/relationships/image" Target="/ppt/media/image380.png" Id="Raced360544684e9b" /><Relationship Type="http://schemas.openxmlformats.org/officeDocument/2006/relationships/image" Target="/ppt/media/image381.png" Id="R1f98d1fd375547c4" /><Relationship Type="http://schemas.openxmlformats.org/officeDocument/2006/relationships/image" Target="/ppt/media/image382.png" Id="Rfb83d74a5c9145f2" /><Relationship Type="http://schemas.openxmlformats.org/officeDocument/2006/relationships/image" Target="/ppt/media/image383.png" Id="Ra4cd1cd2a1ff4bff" /><Relationship Type="http://schemas.openxmlformats.org/officeDocument/2006/relationships/image" Target="/ppt/media/image384.png" Id="R83a3a50706e540f0" /><Relationship Type="http://schemas.openxmlformats.org/officeDocument/2006/relationships/image" Target="/ppt/media/image385.png" Id="R0fca18845b574b6b" /><Relationship Type="http://schemas.openxmlformats.org/officeDocument/2006/relationships/image" Target="/ppt/media/image386.png" Id="Rd83fa78ace214ce1" /><Relationship Type="http://schemas.openxmlformats.org/officeDocument/2006/relationships/image" Target="/ppt/media/image387.png" Id="Recb59ca9fe1f4f16" /><Relationship Type="http://schemas.openxmlformats.org/officeDocument/2006/relationships/image" Target="/ppt/media/image388.png" Id="R12bfd863a4ca4fca" /><Relationship Type="http://schemas.openxmlformats.org/officeDocument/2006/relationships/image" Target="/ppt/media/image389.png" Id="Re23f5c31cada4b65" /><Relationship Type="http://schemas.openxmlformats.org/officeDocument/2006/relationships/image" Target="/ppt/media/image390.png" Id="Re44888fa0e394af7" /><Relationship Type="http://schemas.openxmlformats.org/officeDocument/2006/relationships/image" Target="/ppt/media/image391.png" Id="R7f6fc93c51c14a41" /><Relationship Type="http://schemas.openxmlformats.org/officeDocument/2006/relationships/image" Target="/ppt/media/image392.png" Id="Rda4ea7bdcc9d4c48" /><Relationship Type="http://schemas.openxmlformats.org/officeDocument/2006/relationships/image" Target="/ppt/media/image393.png" Id="Raad7a82f4996411a" /><Relationship Type="http://schemas.openxmlformats.org/officeDocument/2006/relationships/image" Target="/ppt/media/image394.png" Id="R7636b1051cc341dc" /><Relationship Type="http://schemas.openxmlformats.org/officeDocument/2006/relationships/image" Target="/ppt/media/image395.png" Id="Rff4bcade74a5478c" /><Relationship Type="http://schemas.openxmlformats.org/officeDocument/2006/relationships/image" Target="/ppt/media/image396.png" Id="R06f1dfffa8ca4470" /><Relationship Type="http://schemas.openxmlformats.org/officeDocument/2006/relationships/image" Target="/ppt/media/image397.png" Id="R58eb312363f64507" /><Relationship Type="http://schemas.openxmlformats.org/officeDocument/2006/relationships/image" Target="/ppt/media/image398.png" Id="R09ede136a09e4e48" /><Relationship Type="http://schemas.openxmlformats.org/officeDocument/2006/relationships/image" Target="/ppt/media/image399.png" Id="R8faeee8d645b4ef5" /><Relationship Type="http://schemas.openxmlformats.org/officeDocument/2006/relationships/image" Target="/ppt/media/image400.png" Id="R9ce0c62708f44562" /><Relationship Type="http://schemas.openxmlformats.org/officeDocument/2006/relationships/image" Target="/ppt/media/image401.png" Id="R3898eafcadb64119" /><Relationship Type="http://schemas.openxmlformats.org/officeDocument/2006/relationships/image" Target="/ppt/media/image402.png" Id="R10498273f315420a" /><Relationship Type="http://schemas.openxmlformats.org/officeDocument/2006/relationships/image" Target="/ppt/media/image403.png" Id="R2979512582604b37" /><Relationship Type="http://schemas.openxmlformats.org/officeDocument/2006/relationships/image" Target="/ppt/media/image404.png" Id="R035d9b0d210e44f6" /><Relationship Type="http://schemas.openxmlformats.org/officeDocument/2006/relationships/notesSlide" Target="/ppt/notesSlides/notesSlide14.xml" Id="Rf0c215c26e3e4d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36faf96fe4ce8" /><Relationship Type="http://schemas.openxmlformats.org/officeDocument/2006/relationships/image" Target="/ppt/media/image405.png" Id="R8c8715b9c37346de" /><Relationship Type="http://schemas.openxmlformats.org/officeDocument/2006/relationships/image" Target="/ppt/media/image406.png" Id="Rcf082729fd6644fa" /><Relationship Type="http://schemas.openxmlformats.org/officeDocument/2006/relationships/image" Target="/ppt/media/image407.png" Id="Re9600e36b2854e0d" /><Relationship Type="http://schemas.openxmlformats.org/officeDocument/2006/relationships/image" Target="/ppt/media/image408.png" Id="R50cb4c094c344c43" /><Relationship Type="http://schemas.openxmlformats.org/officeDocument/2006/relationships/image" Target="/ppt/media/image409.png" Id="R366773a59e6e4073" /><Relationship Type="http://schemas.openxmlformats.org/officeDocument/2006/relationships/image" Target="/ppt/media/image410.png" Id="Rbd77e6561ee24e3a" /><Relationship Type="http://schemas.openxmlformats.org/officeDocument/2006/relationships/image" Target="/ppt/media/image411.png" Id="R64f81b204d384807" /><Relationship Type="http://schemas.openxmlformats.org/officeDocument/2006/relationships/image" Target="/ppt/media/image412.png" Id="R86016889450e40e5" /><Relationship Type="http://schemas.openxmlformats.org/officeDocument/2006/relationships/image" Target="/ppt/media/image413.png" Id="R8582fa7bf406453d" /><Relationship Type="http://schemas.openxmlformats.org/officeDocument/2006/relationships/image" Target="/ppt/media/image414.png" Id="R7de92d5c02a94112" /><Relationship Type="http://schemas.openxmlformats.org/officeDocument/2006/relationships/image" Target="/ppt/media/image415.png" Id="Re795c59e986d4f43" /><Relationship Type="http://schemas.openxmlformats.org/officeDocument/2006/relationships/image" Target="/ppt/media/image416.png" Id="R62010c2a6ae042ab" /><Relationship Type="http://schemas.openxmlformats.org/officeDocument/2006/relationships/image" Target="/ppt/media/image417.png" Id="Ra313204051c0418f" /><Relationship Type="http://schemas.openxmlformats.org/officeDocument/2006/relationships/image" Target="/ppt/media/image418.png" Id="R2a3d5828e9b74e2f" /><Relationship Type="http://schemas.openxmlformats.org/officeDocument/2006/relationships/image" Target="/ppt/media/image419.png" Id="R7dbe5ffec29f4d56" /><Relationship Type="http://schemas.openxmlformats.org/officeDocument/2006/relationships/image" Target="/ppt/media/image420.png" Id="R3f5618cce3ad4d33" /><Relationship Type="http://schemas.openxmlformats.org/officeDocument/2006/relationships/image" Target="/ppt/media/image421.png" Id="R6d3f6f46142043dd" /><Relationship Type="http://schemas.openxmlformats.org/officeDocument/2006/relationships/image" Target="/ppt/media/image422.png" Id="Ra31a71b1d8274e14" /><Relationship Type="http://schemas.openxmlformats.org/officeDocument/2006/relationships/image" Target="/ppt/media/image423.png" Id="R9eb24cbca47a4913" /><Relationship Type="http://schemas.openxmlformats.org/officeDocument/2006/relationships/image" Target="/ppt/media/image424.png" Id="Ra644c0ec5a054302" /><Relationship Type="http://schemas.openxmlformats.org/officeDocument/2006/relationships/image" Target="/ppt/media/image425.png" Id="R4df0fa64c95f4421" /><Relationship Type="http://schemas.openxmlformats.org/officeDocument/2006/relationships/image" Target="/ppt/media/image426.png" Id="Racd1ccc2f9f24e1b" /><Relationship Type="http://schemas.openxmlformats.org/officeDocument/2006/relationships/image" Target="/ppt/media/image427.png" Id="Rf98db69db8c24257" /><Relationship Type="http://schemas.openxmlformats.org/officeDocument/2006/relationships/image" Target="/ppt/media/image428.png" Id="R80781b131e1e4a45" /><Relationship Type="http://schemas.openxmlformats.org/officeDocument/2006/relationships/image" Target="/ppt/media/image429.png" Id="R2488c84e6a9349e1" /><Relationship Type="http://schemas.openxmlformats.org/officeDocument/2006/relationships/image" Target="/ppt/media/image430.png" Id="R79c047706a6b40f7" /><Relationship Type="http://schemas.openxmlformats.org/officeDocument/2006/relationships/image" Target="/ppt/media/image431.png" Id="Rba83358465fc486d" /><Relationship Type="http://schemas.openxmlformats.org/officeDocument/2006/relationships/image" Target="/ppt/media/image432.png" Id="Reaaf29779026472c" /><Relationship Type="http://schemas.openxmlformats.org/officeDocument/2006/relationships/image" Target="/ppt/media/image433.png" Id="R2c53612875944640" /><Relationship Type="http://schemas.openxmlformats.org/officeDocument/2006/relationships/image" Target="/ppt/media/image434.png" Id="R0368eed186e14285" /><Relationship Type="http://schemas.openxmlformats.org/officeDocument/2006/relationships/image" Target="/ppt/media/image435.png" Id="Rdb2e35892ac44db9" /><Relationship Type="http://schemas.openxmlformats.org/officeDocument/2006/relationships/image" Target="/ppt/media/image436.png" Id="R282386f27cb14e97" /><Relationship Type="http://schemas.openxmlformats.org/officeDocument/2006/relationships/image" Target="/ppt/media/image437.png" Id="R5e9f74f2862c40d4" /><Relationship Type="http://schemas.openxmlformats.org/officeDocument/2006/relationships/image" Target="/ppt/media/image438.png" Id="R28b1750e1ce342dd" /><Relationship Type="http://schemas.openxmlformats.org/officeDocument/2006/relationships/image" Target="/ppt/media/image439.png" Id="Rab74c4f6dd4541eb" /><Relationship Type="http://schemas.openxmlformats.org/officeDocument/2006/relationships/image" Target="/ppt/media/image440.png" Id="Ra2b72f10e2904950" /><Relationship Type="http://schemas.openxmlformats.org/officeDocument/2006/relationships/image" Target="/ppt/media/image441.png" Id="R9d01b5436e294373" /><Relationship Type="http://schemas.openxmlformats.org/officeDocument/2006/relationships/image" Target="/ppt/media/image442.png" Id="R6ceadf29a1fa4437" /><Relationship Type="http://schemas.openxmlformats.org/officeDocument/2006/relationships/image" Target="/ppt/media/image443.png" Id="Rf6284b8745f943dd" /><Relationship Type="http://schemas.openxmlformats.org/officeDocument/2006/relationships/image" Target="/ppt/media/image444.png" Id="Rf66b4b6f7f944f5a" /><Relationship Type="http://schemas.openxmlformats.org/officeDocument/2006/relationships/image" Target="/ppt/media/image445.png" Id="R4fdd96f6db854edf" /><Relationship Type="http://schemas.openxmlformats.org/officeDocument/2006/relationships/image" Target="/ppt/media/image446.png" Id="R58df2cd671e24613" /><Relationship Type="http://schemas.openxmlformats.org/officeDocument/2006/relationships/image" Target="/ppt/media/image447.png" Id="R3f871867f02f4356" /><Relationship Type="http://schemas.openxmlformats.org/officeDocument/2006/relationships/image" Target="/ppt/media/image448.png" Id="R8911ca59aecc4160" /><Relationship Type="http://schemas.openxmlformats.org/officeDocument/2006/relationships/image" Target="/ppt/media/image449.png" Id="R2e4abf1f37db4459" /><Relationship Type="http://schemas.openxmlformats.org/officeDocument/2006/relationships/image" Target="/ppt/media/image450.png" Id="R57c4edd7fe44460c" /><Relationship Type="http://schemas.openxmlformats.org/officeDocument/2006/relationships/image" Target="/ppt/media/image451.png" Id="Reedfdeba498841d4" /><Relationship Type="http://schemas.openxmlformats.org/officeDocument/2006/relationships/image" Target="/ppt/media/image452.png" Id="Ra7d11a299fb54196" /><Relationship Type="http://schemas.openxmlformats.org/officeDocument/2006/relationships/image" Target="/ppt/media/image453.png" Id="Rb45cc5dc75bd4a90" /><Relationship Type="http://schemas.openxmlformats.org/officeDocument/2006/relationships/notesSlide" Target="/ppt/notesSlides/notesSlide15.xml" Id="R229c503dbbab4b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2596061074a07" /><Relationship Type="http://schemas.openxmlformats.org/officeDocument/2006/relationships/image" Target="/ppt/media/image454.png" Id="Rb67b999364094190" /><Relationship Type="http://schemas.openxmlformats.org/officeDocument/2006/relationships/image" Target="/ppt/media/image455.png" Id="Rf463dfd206d54d13" /><Relationship Type="http://schemas.openxmlformats.org/officeDocument/2006/relationships/image" Target="/ppt/media/image456.png" Id="R59314d6e8d17442c" /><Relationship Type="http://schemas.openxmlformats.org/officeDocument/2006/relationships/image" Target="/ppt/media/image457.png" Id="R7efd0629e73b4b70" /><Relationship Type="http://schemas.openxmlformats.org/officeDocument/2006/relationships/image" Target="/ppt/media/image458.png" Id="R04ad8fb1c1db42f5" /><Relationship Type="http://schemas.openxmlformats.org/officeDocument/2006/relationships/image" Target="/ppt/media/image459.png" Id="R50ac62abac5d437c" /><Relationship Type="http://schemas.openxmlformats.org/officeDocument/2006/relationships/image" Target="/ppt/media/image460.png" Id="R2a6cb18fa7b94dae" /><Relationship Type="http://schemas.openxmlformats.org/officeDocument/2006/relationships/image" Target="/ppt/media/image461.png" Id="R8ca340d9fa80494b" /><Relationship Type="http://schemas.openxmlformats.org/officeDocument/2006/relationships/image" Target="/ppt/media/image462.png" Id="Rcd31e5d7cd3840c2" /><Relationship Type="http://schemas.openxmlformats.org/officeDocument/2006/relationships/image" Target="/ppt/media/image463.png" Id="R898a9c82205547a9" /><Relationship Type="http://schemas.openxmlformats.org/officeDocument/2006/relationships/image" Target="/ppt/media/image464.png" Id="R5d36a7ab1b2b4f88" /><Relationship Type="http://schemas.openxmlformats.org/officeDocument/2006/relationships/image" Target="/ppt/media/image465.png" Id="R820d031dd7db4d6a" /><Relationship Type="http://schemas.openxmlformats.org/officeDocument/2006/relationships/image" Target="/ppt/media/image466.png" Id="R628d8ecd83e14e28" /><Relationship Type="http://schemas.openxmlformats.org/officeDocument/2006/relationships/image" Target="/ppt/media/image467.png" Id="R5955f05d300d4d60" /><Relationship Type="http://schemas.openxmlformats.org/officeDocument/2006/relationships/image" Target="/ppt/media/image468.png" Id="R91c68558b0a64b01" /><Relationship Type="http://schemas.openxmlformats.org/officeDocument/2006/relationships/image" Target="/ppt/media/image469.png" Id="Rb40b9ecfa8e242cd" /><Relationship Type="http://schemas.openxmlformats.org/officeDocument/2006/relationships/image" Target="/ppt/media/image470.png" Id="R5dc19b34b9924a1e" /><Relationship Type="http://schemas.openxmlformats.org/officeDocument/2006/relationships/image" Target="/ppt/media/image471.png" Id="R18e90bcb52fa4865" /><Relationship Type="http://schemas.openxmlformats.org/officeDocument/2006/relationships/image" Target="/ppt/media/image472.png" Id="Rb5e44644e1bf468f" /><Relationship Type="http://schemas.openxmlformats.org/officeDocument/2006/relationships/image" Target="/ppt/media/image473.png" Id="Rb786e63cd6ea4b69" /><Relationship Type="http://schemas.openxmlformats.org/officeDocument/2006/relationships/image" Target="/ppt/media/image474.png" Id="R8f1d223c01814bd5" /><Relationship Type="http://schemas.openxmlformats.org/officeDocument/2006/relationships/image" Target="/ppt/media/image475.png" Id="Rf06164c9ec1a416b" /><Relationship Type="http://schemas.openxmlformats.org/officeDocument/2006/relationships/image" Target="/ppt/media/image476.png" Id="Re74875cd841341ba" /><Relationship Type="http://schemas.openxmlformats.org/officeDocument/2006/relationships/image" Target="/ppt/media/image477.png" Id="R734c9b207c5c4dd6" /><Relationship Type="http://schemas.openxmlformats.org/officeDocument/2006/relationships/image" Target="/ppt/media/image478.png" Id="R1bbc6064295848a2" /><Relationship Type="http://schemas.openxmlformats.org/officeDocument/2006/relationships/notesSlide" Target="/ppt/notesSlides/notesSlide16.xml" Id="Rfa433daf866745c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8544bfafa8b4ae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SK-1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84f2e800a4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8" name="SK-1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a4cc62da0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SK-1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545809ad94d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0" name="SK-1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0ccde7a95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1" name="SK-1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d07a1df53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714500"/>
            <a:ext cx="3810000" cy="38100"/>
          </a:xfrm>
          <a:prstGeom xmlns:a="http://schemas.openxmlformats.org/drawingml/2006/main" prst="rect">
            <a:avLst/>
          </a:prstGeom>
        </p:spPr>
      </p:pic>
      <p:sp>
        <p:nvSpPr>
          <p:cNvPr id="7" name="SK-1-text-6">
            <a:extLst xmlns:a="http://schemas.openxmlformats.org/drawingml/2006/main">
              <a:ext uri="{FF2B5EF4-FFF2-40B4-BE49-F238E27FC236}">
                <a16:creationId xmlns:a16="http://schemas.microsoft.com/office/drawing/2014/main" id="{79DADFD8-E6B0-463F-8D7C-ECE2E7B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1010900" cy="72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5670"/>
              </a:lnSpc>
              <a:buNone/>
            </a:pPr>
            <a:r>
              <a:rPr sz="54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Polaris</a:t>
            </a:r>
            <a:endParaRPr sz="5400"/>
          </a:p>
        </p:txBody>
      </p:sp>
      <p:sp>
        <p:nvSpPr>
          <p:cNvPr id="8" name="SK-1-text-7">
            <a:extLst xmlns:a="http://schemas.openxmlformats.org/drawingml/2006/main">
              <a:ext uri="{FF2B5EF4-FFF2-40B4-BE49-F238E27FC236}">
                <a16:creationId xmlns:a16="http://schemas.microsoft.com/office/drawing/2014/main" id="{9F87C194-8233-4DD5-9824-AA47DD31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9830"/>
            <a:ext cx="6934200" cy="6399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520"/>
              </a:lnSpc>
              <a:buNone/>
            </a:pPr>
            <a:r>
              <a:rPr sz="1800">
                <a:solidFill>
                  <a:srgbClr val="475569"/>
                </a:solidFill>
              </a:rPr>
              <a:t>Asynchronous healthcare coordination that lets patients stay mobile while hospitals prepare in parallel.</a:t>
            </a:r>
            <a:endParaRPr sz="1800"/>
          </a:p>
        </p:txBody>
      </p:sp>
      <p:sp>
        <p:nvSpPr>
          <p:cNvPr id="9" name="SK-1-text-8">
            <a:extLst xmlns:a="http://schemas.openxmlformats.org/drawingml/2006/main">
              <a:ext uri="{FF2B5EF4-FFF2-40B4-BE49-F238E27FC236}">
                <a16:creationId xmlns:a16="http://schemas.microsoft.com/office/drawing/2014/main" id="{7B210A7F-A591-4A31-9E4D-2F768716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8391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500">
                <a:solidFill>
                  <a:srgbClr val="0D9488"/>
                </a:solidFill>
              </a:rPr>
              <a:t>Patient agent · Hospital orchestrator · Multi-hospital network</a:t>
            </a:r>
            <a:endParaRPr sz="1500"/>
          </a:p>
        </p:txBody>
      </p:sp>
      <p:sp>
        <p:nvSpPr>
          <p:cNvPr id="10" name="SK-1-text-9">
            <a:extLst xmlns:a="http://schemas.openxmlformats.org/drawingml/2006/main">
              <a:ext uri="{FF2B5EF4-FFF2-40B4-BE49-F238E27FC236}">
                <a16:creationId xmlns:a16="http://schemas.microsoft.com/office/drawing/2014/main" id="{DAFB874E-28A1-43A9-8D82-3439A44B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065" y="5398591"/>
            <a:ext cx="419293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 b="1" spc="48">
                <a:solidFill>
                  <a:srgbClr val="64748B"/>
                </a:solidFill>
              </a:rPr>
              <a:t>AGENTS THAT ACT · FINAL SUBMISSION</a:t>
            </a:r>
            <a:endParaRPr sz="1200"/>
          </a:p>
        </p:txBody>
      </p:sp>
      <p:sp>
        <p:nvSpPr>
          <p:cNvPr id="11" name="SK-1-text-10">
            <a:extLst xmlns:a="http://schemas.openxmlformats.org/drawingml/2006/main">
              <a:ext uri="{FF2B5EF4-FFF2-40B4-BE49-F238E27FC236}">
                <a16:creationId xmlns:a16="http://schemas.microsoft.com/office/drawing/2014/main" id="{D292A17E-F289-422F-B67D-E9B76E7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703391"/>
            <a:ext cx="13430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64748B"/>
                </a:solidFill>
              </a:rPr>
              <a:t>September 2026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5194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SK-2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fbc4888b643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5" name="SK-2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c34ce8a144d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47650"/>
            <a:ext cx="1924496" cy="233362"/>
          </a:xfrm>
          <a:prstGeom xmlns:a="http://schemas.openxmlformats.org/drawingml/2006/main" prst="rect">
            <a:avLst/>
          </a:prstGeom>
        </p:spPr>
      </p:pic>
      <p:pic>
        <p:nvPicPr>
          <p:cNvPr id="86" name="SK-2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2f3df248244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0296" y="359569"/>
            <a:ext cx="9010204" cy="9525"/>
          </a:xfrm>
          <a:prstGeom xmlns:a="http://schemas.openxmlformats.org/drawingml/2006/main" prst="rect">
            <a:avLst/>
          </a:prstGeom>
        </p:spPr>
      </p:pic>
      <p:pic>
        <p:nvPicPr>
          <p:cNvPr id="87" name="SK-2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51f79fff24c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95289"/>
            <a:ext cx="11049000" cy="781050"/>
          </a:xfrm>
          <a:prstGeom xmlns:a="http://schemas.openxmlformats.org/drawingml/2006/main" prst="rect">
            <a:avLst/>
          </a:prstGeom>
        </p:spPr>
      </p:pic>
      <p:pic>
        <p:nvPicPr>
          <p:cNvPr id="88" name="SK-2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42478d05847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1825526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89" name="SK-2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8de4f442846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28739"/>
            <a:ext cx="5410200" cy="3433911"/>
          </a:xfrm>
          <a:prstGeom xmlns:a="http://schemas.openxmlformats.org/drawingml/2006/main" prst="rect">
            <a:avLst/>
          </a:prstGeom>
        </p:spPr>
      </p:pic>
      <p:pic>
        <p:nvPicPr>
          <p:cNvPr id="90" name="SK-2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58e39912240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2736354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91" name="SK-2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678cd68a945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8" y="2841129"/>
            <a:ext cx="238125" cy="190500"/>
          </a:xfrm>
          <a:prstGeom xmlns:a="http://schemas.openxmlformats.org/drawingml/2006/main" prst="rect">
            <a:avLst/>
          </a:prstGeom>
        </p:spPr>
      </p:pic>
      <p:pic>
        <p:nvPicPr>
          <p:cNvPr id="92" name="SK-2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4b72788da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334494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93" name="SK-2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476f770e0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645396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94" name="SK-2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009a270cd46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956298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95" name="SK-2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dc1ea109d4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4267200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96" name="SK-2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51c957943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4578102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97" name="SK-2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887f1ebc7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4869954"/>
            <a:ext cx="4972050" cy="9525"/>
          </a:xfrm>
          <a:prstGeom xmlns:a="http://schemas.openxmlformats.org/drawingml/2006/main" prst="rect">
            <a:avLst/>
          </a:prstGeom>
        </p:spPr>
      </p:pic>
      <p:pic>
        <p:nvPicPr>
          <p:cNvPr id="98" name="SK-2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0b8bc4d594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5238899"/>
            <a:ext cx="2409825" cy="580876"/>
          </a:xfrm>
          <a:prstGeom xmlns:a="http://schemas.openxmlformats.org/drawingml/2006/main" prst="rect">
            <a:avLst/>
          </a:prstGeom>
        </p:spPr>
      </p:pic>
      <p:pic>
        <p:nvPicPr>
          <p:cNvPr id="99" name="SK-2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14fa0c50d4a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5238899"/>
            <a:ext cx="2409825" cy="580876"/>
          </a:xfrm>
          <a:prstGeom xmlns:a="http://schemas.openxmlformats.org/drawingml/2006/main" prst="rect">
            <a:avLst/>
          </a:prstGeom>
        </p:spPr>
      </p:pic>
      <p:pic>
        <p:nvPicPr>
          <p:cNvPr id="100" name="SK-2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07fd06a9a4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2528739"/>
            <a:ext cx="5410200" cy="3433911"/>
          </a:xfrm>
          <a:prstGeom xmlns:a="http://schemas.openxmlformats.org/drawingml/2006/main" prst="rect">
            <a:avLst/>
          </a:prstGeom>
        </p:spPr>
      </p:pic>
      <p:pic>
        <p:nvPicPr>
          <p:cNvPr id="101" name="SK-2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c54ab820d4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2860179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102" name="SK-2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06e402fb14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0338" y="2964954"/>
            <a:ext cx="238125" cy="190500"/>
          </a:xfrm>
          <a:prstGeom xmlns:a="http://schemas.openxmlformats.org/drawingml/2006/main" prst="rect">
            <a:avLst/>
          </a:prstGeom>
        </p:spPr>
      </p:pic>
      <p:pic>
        <p:nvPicPr>
          <p:cNvPr id="103" name="SK-2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fe804ede5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3582144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104" name="SK-2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46ceab9694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3893046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105" name="SK-2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c6de97ddd4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4203948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106" name="SK-2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b46a7cded4b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4514850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107" name="SK-2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44803e86544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4806702"/>
            <a:ext cx="4972050" cy="9525"/>
          </a:xfrm>
          <a:prstGeom xmlns:a="http://schemas.openxmlformats.org/drawingml/2006/main" prst="rect">
            <a:avLst/>
          </a:prstGeom>
        </p:spPr>
      </p:pic>
      <p:pic>
        <p:nvPicPr>
          <p:cNvPr id="108" name="SK-2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c20d0576a4f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5238899"/>
            <a:ext cx="2409825" cy="580876"/>
          </a:xfrm>
          <a:prstGeom xmlns:a="http://schemas.openxmlformats.org/drawingml/2006/main" prst="rect">
            <a:avLst/>
          </a:prstGeom>
        </p:spPr>
      </p:pic>
      <p:pic>
        <p:nvPicPr>
          <p:cNvPr id="109" name="SK-2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85abeea6b42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5238899"/>
            <a:ext cx="2409825" cy="580876"/>
          </a:xfrm>
          <a:prstGeom xmlns:a="http://schemas.openxmlformats.org/drawingml/2006/main" prst="rect">
            <a:avLst/>
          </a:prstGeom>
        </p:spPr>
      </p:pic>
      <p:pic>
        <p:nvPicPr>
          <p:cNvPr id="110" name="SK-2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d5fce8b6f47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6115050"/>
            <a:ext cx="11049000" cy="466725"/>
          </a:xfrm>
          <a:prstGeom xmlns:a="http://schemas.openxmlformats.org/drawingml/2006/main" prst="rect">
            <a:avLst/>
          </a:prstGeom>
        </p:spPr>
      </p:pic>
      <p:pic>
        <p:nvPicPr>
          <p:cNvPr id="111" name="SK-2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7839faf704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194" y="6271468"/>
            <a:ext cx="214313" cy="175320"/>
          </a:xfrm>
          <a:prstGeom xmlns:a="http://schemas.openxmlformats.org/drawingml/2006/main" prst="rect">
            <a:avLst/>
          </a:prstGeom>
        </p:spPr>
      </p:pic>
      <p:sp>
        <p:nvSpPr>
          <p:cNvPr id="30" name="SK-2-text-29">
            <a:extLst xmlns:a="http://schemas.openxmlformats.org/drawingml/2006/main">
              <a:ext uri="{FF2B5EF4-FFF2-40B4-BE49-F238E27FC236}">
                <a16:creationId xmlns:a16="http://schemas.microsoft.com/office/drawing/2014/main" id="{6460B8F7-4525-4989-BD2A-7BB3E25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2623217" cy="2333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38"/>
              </a:lnSpc>
              <a:buNone/>
            </a:pPr>
            <a:r>
              <a:rPr sz="825" b="1" spc="79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825" b="1" spc="79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825"/>
          </a:p>
        </p:txBody>
      </p:sp>
      <p:sp>
        <p:nvSpPr>
          <p:cNvPr id="31" name="SK-2-text-30">
            <a:extLst xmlns:a="http://schemas.openxmlformats.org/drawingml/2006/main">
              <a:ext uri="{FF2B5EF4-FFF2-40B4-BE49-F238E27FC236}">
                <a16:creationId xmlns:a16="http://schemas.microsoft.com/office/drawing/2014/main" id="{580B3C0F-2D80-4222-B848-15029374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3"/>
            <a:ext cx="11620500" cy="3656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880"/>
              </a:lnSpc>
              <a:buNone/>
            </a:pPr>
            <a:r>
              <a:rPr sz="2400" b="1" spc="-19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Problem: Care is Clinically Connected but Operationally Fragmented</a:t>
            </a:r>
            <a:endParaRPr sz="2400"/>
          </a:p>
        </p:txBody>
      </p:sp>
      <p:sp>
        <p:nvSpPr>
          <p:cNvPr id="32" name="SK-2-text-31">
            <a:extLst xmlns:a="http://schemas.openxmlformats.org/drawingml/2006/main">
              <a:ext uri="{FF2B5EF4-FFF2-40B4-BE49-F238E27FC236}">
                <a16:creationId xmlns:a16="http://schemas.microsoft.com/office/drawing/2014/main" id="{1B076243-B86A-4607-96D1-73BEEFEA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0983"/>
            <a:ext cx="11049000" cy="45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85"/>
              </a:lnSpc>
              <a:buNone/>
            </a:pPr>
            <a:r>
              <a:rPr sz="1275">
                <a:solidFill>
                  <a:srgbClr val="475569"/>
                </a:solidFill>
              </a:rPr>
              <a:t>Patients face excessive waiting and fragmented handoffs, while hospitals struggle with manual coordination overhead and delayed preparation across multiple departments.</a:t>
            </a:r>
            <a:endParaRPr sz="1275"/>
          </a:p>
        </p:txBody>
      </p:sp>
      <p:sp>
        <p:nvSpPr>
          <p:cNvPr id="33" name="SK-2-text-32">
            <a:extLst xmlns:a="http://schemas.openxmlformats.org/drawingml/2006/main">
              <a:ext uri="{FF2B5EF4-FFF2-40B4-BE49-F238E27FC236}">
                <a16:creationId xmlns:a16="http://schemas.microsoft.com/office/drawing/2014/main" id="{7C6CCEAC-D2C1-4950-A731-878E60E3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8639"/>
            <a:ext cx="10182225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0F172A"/>
                </a:solidFill>
              </a:rPr>
              <a:t>Patients move between admission, scheduling, nursing, pharmacy, billing, physiotherapy, and support teams. Each handoff creates a </a:t>
            </a:r>
            <a:r>
              <a:rPr sz="1350" b="1">
                <a:solidFill>
                  <a:srgbClr val="0D9488"/>
                </a:solidFill>
              </a:rPr>
              <a:t>new queue</a:t>
            </a:r>
            <a:r>
              <a:rPr sz="1350">
                <a:solidFill>
                  <a:srgbClr val="0F172A"/>
                </a:solidFill>
              </a:rPr>
              <a:t>, a </a:t>
            </a:r>
            <a:r>
              <a:rPr sz="1350" b="1">
                <a:solidFill>
                  <a:srgbClr val="0D9488"/>
                </a:solidFill>
              </a:rPr>
              <a:t>new explanation</a:t>
            </a:r>
            <a:r>
              <a:rPr sz="1350">
                <a:solidFill>
                  <a:srgbClr val="0F172A"/>
                </a:solidFill>
              </a:rPr>
              <a:t>, and a </a:t>
            </a:r>
            <a:r>
              <a:rPr sz="1350" b="1">
                <a:solidFill>
                  <a:srgbClr val="0D9488"/>
                </a:solidFill>
              </a:rPr>
              <a:t>new point of failure</a:t>
            </a:r>
            <a:r>
              <a:rPr sz="1350">
                <a:solidFill>
                  <a:srgbClr val="0F172A"/>
                </a:solidFill>
              </a:rPr>
              <a:t>.</a:t>
            </a:r>
            <a:endParaRPr sz="1350"/>
          </a:p>
        </p:txBody>
      </p:sp>
      <p:sp>
        <p:nvSpPr>
          <p:cNvPr id="34" name="SK-2-text-33">
            <a:extLst xmlns:a="http://schemas.openxmlformats.org/drawingml/2006/main">
              <a:ext uri="{FF2B5EF4-FFF2-40B4-BE49-F238E27FC236}">
                <a16:creationId xmlns:a16="http://schemas.microsoft.com/office/drawing/2014/main" id="{4FB858AB-9149-4908-812C-45D5F91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09714"/>
            <a:ext cx="901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patient experiences this as waiting</a:t>
            </a:r>
            <a:endParaRPr sz="1500"/>
          </a:p>
        </p:txBody>
      </p:sp>
      <p:sp>
        <p:nvSpPr>
          <p:cNvPr id="35" name="SK-2-text-34">
            <a:extLst xmlns:a="http://schemas.openxmlformats.org/drawingml/2006/main">
              <a:ext uri="{FF2B5EF4-FFF2-40B4-BE49-F238E27FC236}">
                <a16:creationId xmlns:a16="http://schemas.microsoft.com/office/drawing/2014/main" id="{9CFD876F-6535-4E4C-AC2E-795CDAC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76414"/>
            <a:ext cx="4876800" cy="1866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70"/>
              </a:lnSpc>
              <a:buNone/>
            </a:pPr>
            <a:r>
              <a:rPr sz="1050">
                <a:solidFill>
                  <a:srgbClr val="64748B"/>
                </a:solidFill>
              </a:rPr>
              <a:t>Every handoff adds a new delay</a:t>
            </a:r>
            <a:endParaRPr sz="1050"/>
          </a:p>
        </p:txBody>
      </p:sp>
      <p:sp>
        <p:nvSpPr>
          <p:cNvPr id="36" name="SK-2-text-35">
            <a:extLst xmlns:a="http://schemas.openxmlformats.org/drawingml/2006/main">
              <a:ext uri="{FF2B5EF4-FFF2-40B4-BE49-F238E27FC236}">
                <a16:creationId xmlns:a16="http://schemas.microsoft.com/office/drawing/2014/main" id="{21A56045-28F9-44B6-9EB8-5892C3B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869"/>
            <a:ext cx="8241982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waiting for an appointment to be confirmed</a:t>
            </a:r>
            <a:endParaRPr sz="1275"/>
          </a:p>
        </p:txBody>
      </p:sp>
      <p:sp>
        <p:nvSpPr>
          <p:cNvPr id="37" name="SK-2-text-36">
            <a:extLst xmlns:a="http://schemas.openxmlformats.org/drawingml/2006/main">
              <a:ext uri="{FF2B5EF4-FFF2-40B4-BE49-F238E27FC236}">
                <a16:creationId xmlns:a16="http://schemas.microsoft.com/office/drawing/2014/main" id="{B285DE52-58ED-4B08-85E9-FEEFA634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97771"/>
            <a:ext cx="6298882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waiting to know where to go next</a:t>
            </a:r>
            <a:endParaRPr sz="1275"/>
          </a:p>
        </p:txBody>
      </p:sp>
      <p:sp>
        <p:nvSpPr>
          <p:cNvPr id="38" name="SK-2-text-37">
            <a:extLst xmlns:a="http://schemas.openxmlformats.org/drawingml/2006/main">
              <a:ext uri="{FF2B5EF4-FFF2-40B4-BE49-F238E27FC236}">
                <a16:creationId xmlns:a16="http://schemas.microsoft.com/office/drawing/2014/main" id="{CBCE0816-C076-4283-BECC-41EEBB91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8673"/>
            <a:ext cx="7076122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waiting for a department to be ready</a:t>
            </a:r>
            <a:endParaRPr sz="1275"/>
          </a:p>
        </p:txBody>
      </p:sp>
      <p:sp>
        <p:nvSpPr>
          <p:cNvPr id="39" name="SK-2-text-38">
            <a:extLst xmlns:a="http://schemas.openxmlformats.org/drawingml/2006/main">
              <a:ext uri="{FF2B5EF4-FFF2-40B4-BE49-F238E27FC236}">
                <a16:creationId xmlns:a16="http://schemas.microsoft.com/office/drawing/2014/main" id="{D9755C94-796A-45EC-9505-C4647B53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9990772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waiting for medication, billing, or discharge steps</a:t>
            </a:r>
            <a:endParaRPr sz="1275"/>
          </a:p>
        </p:txBody>
      </p:sp>
      <p:sp>
        <p:nvSpPr>
          <p:cNvPr id="40" name="SK-2-text-39">
            <a:extLst xmlns:a="http://schemas.openxmlformats.org/drawingml/2006/main">
              <a:ext uri="{FF2B5EF4-FFF2-40B4-BE49-F238E27FC236}">
                <a16:creationId xmlns:a16="http://schemas.microsoft.com/office/drawing/2014/main" id="{3326C874-F2F3-4029-B8B9-1D0F3A22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0477"/>
            <a:ext cx="110966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waiting because a hospital cannot see the patient's readiness signal</a:t>
            </a:r>
            <a:endParaRPr sz="1275"/>
          </a:p>
        </p:txBody>
      </p:sp>
      <p:sp>
        <p:nvSpPr>
          <p:cNvPr id="41" name="SK-2-text-40">
            <a:extLst xmlns:a="http://schemas.openxmlformats.org/drawingml/2006/main">
              <a:ext uri="{FF2B5EF4-FFF2-40B4-BE49-F238E27FC236}">
                <a16:creationId xmlns:a16="http://schemas.microsoft.com/office/drawing/2014/main" id="{15F0F70F-926F-4BA2-9E19-617B5EB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15099"/>
            <a:ext cx="2295525" cy="2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80"/>
              </a:lnSpc>
              <a:buNone/>
            </a:pPr>
            <a:r>
              <a:rPr sz="180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5+</a:t>
            </a:r>
            <a:endParaRPr sz="1800"/>
          </a:p>
        </p:txBody>
      </p:sp>
      <p:sp>
        <p:nvSpPr>
          <p:cNvPr id="42" name="SK-2-text-41">
            <a:extLst xmlns:a="http://schemas.openxmlformats.org/drawingml/2006/main">
              <a:ext uri="{FF2B5EF4-FFF2-40B4-BE49-F238E27FC236}">
                <a16:creationId xmlns:a16="http://schemas.microsoft.com/office/drawing/2014/main" id="{62643D6A-9B39-4D15-85F1-3D7DE12C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95045"/>
            <a:ext cx="3368040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64748B"/>
                </a:solidFill>
              </a:rPr>
              <a:t>waiting points per visit</a:t>
            </a:r>
            <a:endParaRPr sz="900"/>
          </a:p>
        </p:txBody>
      </p:sp>
      <p:sp>
        <p:nvSpPr>
          <p:cNvPr id="43" name="SK-2-text-42">
            <a:extLst xmlns:a="http://schemas.openxmlformats.org/drawingml/2006/main">
              <a:ext uri="{FF2B5EF4-FFF2-40B4-BE49-F238E27FC236}">
                <a16:creationId xmlns:a16="http://schemas.microsoft.com/office/drawing/2014/main" id="{256157B2-E41F-42EB-8D0A-D413EAEF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15099"/>
            <a:ext cx="2295525" cy="2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80"/>
              </a:lnSpc>
              <a:buNone/>
            </a:pPr>
            <a:r>
              <a:rPr sz="180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1</a:t>
            </a:r>
            <a:endParaRPr sz="1800"/>
          </a:p>
        </p:txBody>
      </p:sp>
      <p:sp>
        <p:nvSpPr>
          <p:cNvPr id="44" name="SK-2-text-43">
            <a:extLst xmlns:a="http://schemas.openxmlformats.org/drawingml/2006/main">
              <a:ext uri="{FF2B5EF4-FFF2-40B4-BE49-F238E27FC236}">
                <a16:creationId xmlns:a16="http://schemas.microsoft.com/office/drawing/2014/main" id="{DBB8AFF4-A74A-44D3-9325-7D9B9E5B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95045"/>
            <a:ext cx="5288280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64748B"/>
                </a:solidFill>
              </a:rPr>
              <a:t>readiness signal invisible to hospital</a:t>
            </a:r>
            <a:endParaRPr sz="900"/>
          </a:p>
        </p:txBody>
      </p:sp>
      <p:sp>
        <p:nvSpPr>
          <p:cNvPr id="45" name="SK-2-text-44">
            <a:extLst xmlns:a="http://schemas.openxmlformats.org/drawingml/2006/main">
              <a:ext uri="{FF2B5EF4-FFF2-40B4-BE49-F238E27FC236}">
                <a16:creationId xmlns:a16="http://schemas.microsoft.com/office/drawing/2014/main" id="{62CAEDD2-1047-46F5-8BB7-FCB6BC4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09714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hospital experiences this as coordination overhead</a:t>
            </a:r>
            <a:endParaRPr sz="1500"/>
          </a:p>
        </p:txBody>
      </p:sp>
      <p:sp>
        <p:nvSpPr>
          <p:cNvPr id="46" name="SK-2-text-45">
            <a:extLst xmlns:a="http://schemas.openxmlformats.org/drawingml/2006/main">
              <a:ext uri="{FF2B5EF4-FFF2-40B4-BE49-F238E27FC236}">
                <a16:creationId xmlns:a16="http://schemas.microsoft.com/office/drawing/2014/main" id="{1D55D835-96DB-4094-9E8F-7663E5EE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24064"/>
            <a:ext cx="5248275" cy="1866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70"/>
              </a:lnSpc>
              <a:buNone/>
            </a:pPr>
            <a:r>
              <a:rPr sz="1050">
                <a:solidFill>
                  <a:srgbClr val="64748B"/>
                </a:solidFill>
              </a:rPr>
              <a:t>Manual effort, wasted preparation</a:t>
            </a:r>
            <a:endParaRPr sz="1050"/>
          </a:p>
        </p:txBody>
      </p:sp>
      <p:sp>
        <p:nvSpPr>
          <p:cNvPr id="47" name="SK-2-text-46">
            <a:extLst xmlns:a="http://schemas.openxmlformats.org/drawingml/2006/main">
              <a:ext uri="{FF2B5EF4-FFF2-40B4-BE49-F238E27FC236}">
                <a16:creationId xmlns:a16="http://schemas.microsoft.com/office/drawing/2014/main" id="{9BE460F7-EDED-4005-AF75-A0BD8DC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34519"/>
            <a:ext cx="54578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fragmented status across systems</a:t>
            </a:r>
            <a:endParaRPr sz="1275"/>
          </a:p>
        </p:txBody>
      </p:sp>
      <p:sp>
        <p:nvSpPr>
          <p:cNvPr id="48" name="SK-2-text-47">
            <a:extLst xmlns:a="http://schemas.openxmlformats.org/drawingml/2006/main">
              <a:ext uri="{FF2B5EF4-FFF2-40B4-BE49-F238E27FC236}">
                <a16:creationId xmlns:a16="http://schemas.microsoft.com/office/drawing/2014/main" id="{E1DC7327-1126-4CDF-BACB-D8C9D5F0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45421"/>
            <a:ext cx="54578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manual calls and repeated questions</a:t>
            </a:r>
            <a:endParaRPr sz="1275"/>
          </a:p>
        </p:txBody>
      </p:sp>
      <p:sp>
        <p:nvSpPr>
          <p:cNvPr id="49" name="SK-2-text-48">
            <a:extLst xmlns:a="http://schemas.openxmlformats.org/drawingml/2006/main">
              <a:ext uri="{FF2B5EF4-FFF2-40B4-BE49-F238E27FC236}">
                <a16:creationId xmlns:a16="http://schemas.microsoft.com/office/drawing/2014/main" id="{B1024FF4-63F4-4880-B0D6-6852EAD4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56323"/>
            <a:ext cx="54578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teams preparing too late or too early</a:t>
            </a:r>
            <a:endParaRPr sz="1275"/>
          </a:p>
        </p:txBody>
      </p:sp>
      <p:sp>
        <p:nvSpPr>
          <p:cNvPr id="50" name="SK-2-text-49">
            <a:extLst xmlns:a="http://schemas.openxmlformats.org/drawingml/2006/main">
              <a:ext uri="{FF2B5EF4-FFF2-40B4-BE49-F238E27FC236}">
                <a16:creationId xmlns:a16="http://schemas.microsoft.com/office/drawing/2014/main" id="{16FB2151-4D2D-43BB-8D26-130D942F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67225"/>
            <a:ext cx="54578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avoidable no-shows and bottlenecks</a:t>
            </a:r>
            <a:endParaRPr sz="1275"/>
          </a:p>
        </p:txBody>
      </p:sp>
      <p:sp>
        <p:nvSpPr>
          <p:cNvPr id="51" name="SK-2-text-50">
            <a:extLst xmlns:a="http://schemas.openxmlformats.org/drawingml/2006/main">
              <a:ext uri="{FF2B5EF4-FFF2-40B4-BE49-F238E27FC236}">
                <a16:creationId xmlns:a16="http://schemas.microsoft.com/office/drawing/2014/main" id="{BBB8C00A-DF64-4B2C-BAB3-28AB719D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15099"/>
            <a:ext cx="2295525" cy="2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80"/>
              </a:lnSpc>
              <a:buNone/>
            </a:pPr>
            <a:r>
              <a:rPr sz="1800" b="1">
                <a:solidFill>
                  <a:srgbClr val="3B82F6"/>
                </a:solidFill>
                <a:latin typeface="Inter"/>
                <a:ea typeface="Inter"/>
                <a:cs typeface="Inter"/>
              </a:rPr>
              <a:t>4+</a:t>
            </a:r>
            <a:endParaRPr sz="1800"/>
          </a:p>
        </p:txBody>
      </p:sp>
      <p:sp>
        <p:nvSpPr>
          <p:cNvPr id="52" name="SK-2-text-51">
            <a:extLst xmlns:a="http://schemas.openxmlformats.org/drawingml/2006/main">
              <a:ext uri="{FF2B5EF4-FFF2-40B4-BE49-F238E27FC236}">
                <a16:creationId xmlns:a16="http://schemas.microsoft.com/office/drawing/2014/main" id="{9FA88FD0-2D84-45BC-BB3F-A4D8C8F6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595045"/>
            <a:ext cx="4053840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64748B"/>
                </a:solidFill>
              </a:rPr>
              <a:t>systems to reconcile manually</a:t>
            </a:r>
            <a:endParaRPr sz="900"/>
          </a:p>
        </p:txBody>
      </p:sp>
      <p:sp>
        <p:nvSpPr>
          <p:cNvPr id="53" name="SK-2-text-52">
            <a:extLst xmlns:a="http://schemas.openxmlformats.org/drawingml/2006/main">
              <a:ext uri="{FF2B5EF4-FFF2-40B4-BE49-F238E27FC236}">
                <a16:creationId xmlns:a16="http://schemas.microsoft.com/office/drawing/2014/main" id="{923A0DC5-9B38-4ECA-B9A0-A59CF79A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5099"/>
            <a:ext cx="2295525" cy="2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80"/>
              </a:lnSpc>
              <a:buNone/>
            </a:pPr>
            <a:r>
              <a:rPr sz="1800" b="1">
                <a:solidFill>
                  <a:srgbClr val="3B82F6"/>
                </a:solidFill>
                <a:latin typeface="Inter"/>
                <a:ea typeface="Inter"/>
                <a:cs typeface="Inter"/>
              </a:rPr>
              <a:t>2x</a:t>
            </a:r>
            <a:endParaRPr sz="1800"/>
          </a:p>
        </p:txBody>
      </p:sp>
      <p:sp>
        <p:nvSpPr>
          <p:cNvPr id="54" name="SK-2-text-53">
            <a:extLst xmlns:a="http://schemas.openxmlformats.org/drawingml/2006/main">
              <a:ext uri="{FF2B5EF4-FFF2-40B4-BE49-F238E27FC236}">
                <a16:creationId xmlns:a16="http://schemas.microsoft.com/office/drawing/2014/main" id="{46E12531-5580-40B8-9D91-75747E9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95045"/>
            <a:ext cx="3086100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64748B"/>
                </a:solidFill>
              </a:rPr>
              <a:t>prep effort when timing is blind</a:t>
            </a:r>
            <a:endParaRPr sz="900"/>
          </a:p>
        </p:txBody>
      </p:sp>
      <p:sp>
        <p:nvSpPr>
          <p:cNvPr id="55" name="SK-2-text-54">
            <a:extLst xmlns:a="http://schemas.openxmlformats.org/drawingml/2006/main">
              <a:ext uri="{FF2B5EF4-FFF2-40B4-BE49-F238E27FC236}">
                <a16:creationId xmlns:a16="http://schemas.microsoft.com/office/drawing/2014/main" id="{A3880E2B-1E1D-4790-8DE2-E7BC0CFF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41703"/>
            <a:ext cx="11029950" cy="21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0F172A"/>
                </a:solidFill>
              </a:rPr>
              <a:t>The result: patients sit still while hospitals scramble. The clinical path is connected — the operational path is not.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046676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SK-3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639c6a0864b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5" name="SK-3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ff434f6144c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048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86" name="SK-3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47e9fcedf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4238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87" name="SK-3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da11e62e34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904976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88" name="SK-3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45a9bb6544b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40137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89" name="SK-3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db2a27d284f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796159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90" name="SK-3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963c37836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352181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91" name="SK-3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e2e6e56bf4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908203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92" name="SK-3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8ac58f01646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0" y="1598265"/>
            <a:ext cx="4876800" cy="4531519"/>
          </a:xfrm>
          <a:prstGeom xmlns:a="http://schemas.openxmlformats.org/drawingml/2006/main" prst="rect">
            <a:avLst/>
          </a:prstGeom>
        </p:spPr>
      </p:pic>
      <p:pic>
        <p:nvPicPr>
          <p:cNvPr id="93" name="SK-3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acb05e977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3825" y="2580233"/>
            <a:ext cx="4324350" cy="606623"/>
          </a:xfrm>
          <a:prstGeom xmlns:a="http://schemas.openxmlformats.org/drawingml/2006/main" prst="rect">
            <a:avLst/>
          </a:prstGeom>
        </p:spPr>
      </p:pic>
      <p:pic>
        <p:nvPicPr>
          <p:cNvPr id="94" name="SK-3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9387f723f4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6225" y="2693045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SK-3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d1fa1351d40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9569" y="2795885"/>
            <a:ext cx="214313" cy="175320"/>
          </a:xfrm>
          <a:prstGeom xmlns:a="http://schemas.openxmlformats.org/drawingml/2006/main" prst="rect">
            <a:avLst/>
          </a:prstGeom>
        </p:spPr>
      </p:pic>
      <p:pic>
        <p:nvPicPr>
          <p:cNvPr id="96" name="SK-3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869e09e8f46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263057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97" name="SK-3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c94bfee5a45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3825" y="3491657"/>
            <a:ext cx="4324350" cy="606623"/>
          </a:xfrm>
          <a:prstGeom xmlns:a="http://schemas.openxmlformats.org/drawingml/2006/main" prst="rect">
            <a:avLst/>
          </a:prstGeom>
        </p:spPr>
      </p:pic>
      <p:pic>
        <p:nvPicPr>
          <p:cNvPr id="98" name="SK-3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885a9b30b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6225" y="3604468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99" name="SK-3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f1805d06945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9569" y="3707309"/>
            <a:ext cx="214313" cy="175320"/>
          </a:xfrm>
          <a:prstGeom xmlns:a="http://schemas.openxmlformats.org/drawingml/2006/main" prst="rect">
            <a:avLst/>
          </a:prstGeom>
        </p:spPr>
      </p:pic>
      <p:pic>
        <p:nvPicPr>
          <p:cNvPr id="100" name="SK-3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09a1c4357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4174480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01" name="SK-3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45c7253094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3825" y="4403080"/>
            <a:ext cx="4324350" cy="793254"/>
          </a:xfrm>
          <a:prstGeom xmlns:a="http://schemas.openxmlformats.org/drawingml/2006/main" prst="rect">
            <a:avLst/>
          </a:prstGeom>
        </p:spPr>
      </p:pic>
      <p:pic>
        <p:nvPicPr>
          <p:cNvPr id="102" name="SK-3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3a7c1382444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6225" y="4609207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103" name="SK-3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915a859074f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9569" y="4712047"/>
            <a:ext cx="214313" cy="175320"/>
          </a:xfrm>
          <a:prstGeom xmlns:a="http://schemas.openxmlformats.org/drawingml/2006/main" prst="rect">
            <a:avLst/>
          </a:prstGeom>
        </p:spPr>
      </p:pic>
      <p:pic>
        <p:nvPicPr>
          <p:cNvPr id="104" name="SK-3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98355e29941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3825" y="5320159"/>
            <a:ext cx="4324350" cy="619125"/>
          </a:xfrm>
          <a:prstGeom xmlns:a="http://schemas.openxmlformats.org/drawingml/2006/main" prst="rect">
            <a:avLst/>
          </a:prstGeom>
        </p:spPr>
      </p:pic>
      <p:pic>
        <p:nvPicPr>
          <p:cNvPr id="105" name="SK-3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80077516d47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6225" y="5434459"/>
            <a:ext cx="178594" cy="148828"/>
          </a:xfrm>
          <a:prstGeom xmlns:a="http://schemas.openxmlformats.org/drawingml/2006/main" prst="rect">
            <a:avLst/>
          </a:prstGeom>
        </p:spPr>
      </p:pic>
      <p:pic>
        <p:nvPicPr>
          <p:cNvPr id="106" name="SK-3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2db19a31848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2838301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107" name="SK-3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d0277b33f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3154412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108" name="SK-3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a3d7c517f4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3691384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109" name="SK-3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7054101c24d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4228356"/>
            <a:ext cx="152400" cy="133350"/>
          </a:xfrm>
          <a:prstGeom xmlns:a="http://schemas.openxmlformats.org/drawingml/2006/main" prst="rect">
            <a:avLst/>
          </a:prstGeom>
        </p:spPr>
      </p:pic>
      <p:pic>
        <p:nvPicPr>
          <p:cNvPr id="110" name="SK-3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d3c07c1c84b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6282184"/>
            <a:ext cx="11049000" cy="451396"/>
          </a:xfrm>
          <a:prstGeom xmlns:a="http://schemas.openxmlformats.org/drawingml/2006/main" prst="rect">
            <a:avLst/>
          </a:prstGeom>
        </p:spPr>
      </p:pic>
      <p:pic>
        <p:nvPicPr>
          <p:cNvPr id="111" name="SK-3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28ec0ddbe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6420148"/>
            <a:ext cx="214313" cy="175320"/>
          </a:xfrm>
          <a:prstGeom xmlns:a="http://schemas.openxmlformats.org/drawingml/2006/main" prst="rect">
            <a:avLst/>
          </a:prstGeom>
        </p:spPr>
      </p:pic>
      <p:sp>
        <p:nvSpPr>
          <p:cNvPr id="30" name="SK-3-text-29">
            <a:extLst xmlns:a="http://schemas.openxmlformats.org/drawingml/2006/main">
              <a:ext uri="{FF2B5EF4-FFF2-40B4-BE49-F238E27FC236}">
                <a16:creationId xmlns:a16="http://schemas.microsoft.com/office/drawing/2014/main" id="{3D78D181-2EBA-461C-9F01-EBF8D450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1" name="SK-3-text-30">
            <a:extLst xmlns:a="http://schemas.openxmlformats.org/drawingml/2006/main">
              <a:ext uri="{FF2B5EF4-FFF2-40B4-BE49-F238E27FC236}">
                <a16:creationId xmlns:a16="http://schemas.microsoft.com/office/drawing/2014/main" id="{B1265DE2-85E3-4B72-9ACD-BFA4A2CA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Product Idea: A Coordination Layer, Not Another Clinical System</a:t>
            </a:r>
            <a:endParaRPr sz="2550"/>
          </a:p>
        </p:txBody>
      </p:sp>
      <p:sp>
        <p:nvSpPr>
          <p:cNvPr id="32" name="SK-3-text-31">
            <a:extLst xmlns:a="http://schemas.openxmlformats.org/drawingml/2006/main">
              <a:ext uri="{FF2B5EF4-FFF2-40B4-BE49-F238E27FC236}">
                <a16:creationId xmlns:a16="http://schemas.microsoft.com/office/drawing/2014/main" id="{E0400DCE-9C32-4BCA-9541-BBC85C26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344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Polaris</a:t>
            </a:r>
            <a:r>
              <a:rPr sz="1350">
                <a:solidFill>
                  <a:srgbClr val="475569"/>
                </a:solidFill>
              </a:rPr>
              <a:t> sits between people, hospital systems, and specialized departmental agents to reduce operational friction around care.</a:t>
            </a:r>
            <a:endParaRPr sz="1350"/>
          </a:p>
        </p:txBody>
      </p:sp>
      <p:sp>
        <p:nvSpPr>
          <p:cNvPr id="33" name="SK-3-text-32">
            <a:extLst xmlns:a="http://schemas.openxmlformats.org/drawingml/2006/main">
              <a:ext uri="{FF2B5EF4-FFF2-40B4-BE49-F238E27FC236}">
                <a16:creationId xmlns:a16="http://schemas.microsoft.com/office/drawing/2014/main" id="{7500D91B-47C9-461B-96BC-F2C17842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8265"/>
            <a:ext cx="2857500" cy="5447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Integration &amp; Orchestration Agent</a:t>
            </a:r>
            <a:endParaRPr sz="1650"/>
          </a:p>
        </p:txBody>
      </p:sp>
      <p:sp>
        <p:nvSpPr>
          <p:cNvPr id="34" name="SK-3-text-33">
            <a:extLst xmlns:a="http://schemas.openxmlformats.org/drawingml/2006/main">
              <a:ext uri="{FF2B5EF4-FFF2-40B4-BE49-F238E27FC236}">
                <a16:creationId xmlns:a16="http://schemas.microsoft.com/office/drawing/2014/main" id="{645507E2-60EE-482B-9D38-06D507B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376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64748B"/>
                </a:solidFill>
              </a:rPr>
              <a:t>Runs on the patient's phone as the single coordination contact.</a:t>
            </a:r>
            <a:endParaRPr sz="1125"/>
          </a:p>
        </p:txBody>
      </p:sp>
      <p:sp>
        <p:nvSpPr>
          <p:cNvPr id="35" name="SK-3-text-34">
            <a:extLst xmlns:a="http://schemas.openxmlformats.org/drawingml/2006/main">
              <a:ext uri="{FF2B5EF4-FFF2-40B4-BE49-F238E27FC236}">
                <a16:creationId xmlns:a16="http://schemas.microsoft.com/office/drawing/2014/main" id="{B9D62B26-1996-4514-B970-F5984F9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401"/>
            <a:ext cx="501396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Runs on the patient's phone</a:t>
            </a:r>
            <a:endParaRPr sz="1200"/>
          </a:p>
        </p:txBody>
      </p:sp>
      <p:sp>
        <p:nvSpPr>
          <p:cNvPr id="36" name="SK-3-text-35">
            <a:extLst xmlns:a="http://schemas.openxmlformats.org/drawingml/2006/main">
              <a:ext uri="{FF2B5EF4-FFF2-40B4-BE49-F238E27FC236}">
                <a16:creationId xmlns:a16="http://schemas.microsoft.com/office/drawing/2014/main" id="{F1F0BB47-4652-4F4B-9BC0-31D1C706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1562"/>
            <a:ext cx="26098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Single coordination contact for the patient</a:t>
            </a:r>
            <a:endParaRPr sz="1200"/>
          </a:p>
        </p:txBody>
      </p:sp>
      <p:sp>
        <p:nvSpPr>
          <p:cNvPr id="37" name="SK-3-text-36">
            <a:extLst xmlns:a="http://schemas.openxmlformats.org/drawingml/2006/main">
              <a:ext uri="{FF2B5EF4-FFF2-40B4-BE49-F238E27FC236}">
                <a16:creationId xmlns:a16="http://schemas.microsoft.com/office/drawing/2014/main" id="{BE8BB3E2-DF31-4D34-BC36-776E509F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7584"/>
            <a:ext cx="26098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Routes logistics to the right hospital or departmental agent</a:t>
            </a:r>
            <a:endParaRPr sz="1200"/>
          </a:p>
        </p:txBody>
      </p:sp>
      <p:sp>
        <p:nvSpPr>
          <p:cNvPr id="38" name="SK-3-text-37">
            <a:extLst xmlns:a="http://schemas.openxmlformats.org/drawingml/2006/main">
              <a:ext uri="{FF2B5EF4-FFF2-40B4-BE49-F238E27FC236}">
                <a16:creationId xmlns:a16="http://schemas.microsoft.com/office/drawing/2014/main" id="{92A47B83-D57D-4488-896C-017A2EB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3606"/>
            <a:ext cx="26098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Voice-first, text, and accessible interactions</a:t>
            </a:r>
            <a:endParaRPr sz="1200"/>
          </a:p>
        </p:txBody>
      </p:sp>
      <p:sp>
        <p:nvSpPr>
          <p:cNvPr id="39" name="SK-3-text-38">
            <a:extLst xmlns:a="http://schemas.openxmlformats.org/drawingml/2006/main">
              <a:ext uri="{FF2B5EF4-FFF2-40B4-BE49-F238E27FC236}">
                <a16:creationId xmlns:a16="http://schemas.microsoft.com/office/drawing/2014/main" id="{41E89E7D-E3DE-4403-BB1C-4FE75B55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9628"/>
            <a:ext cx="26098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Shares only the minimum data needed for the next action</a:t>
            </a:r>
            <a:endParaRPr sz="1200"/>
          </a:p>
        </p:txBody>
      </p:sp>
      <p:sp>
        <p:nvSpPr>
          <p:cNvPr id="40" name="SK-3-text-39">
            <a:extLst xmlns:a="http://schemas.openxmlformats.org/drawingml/2006/main">
              <a:ext uri="{FF2B5EF4-FFF2-40B4-BE49-F238E27FC236}">
                <a16:creationId xmlns:a16="http://schemas.microsoft.com/office/drawing/2014/main" id="{37EFFA65-D84E-44A1-B697-48760481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17340"/>
            <a:ext cx="442912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Coordination Flow</a:t>
            </a:r>
            <a:endParaRPr sz="1650"/>
          </a:p>
        </p:txBody>
      </p:sp>
      <p:sp>
        <p:nvSpPr>
          <p:cNvPr id="41" name="SK-3-text-40">
            <a:extLst xmlns:a="http://schemas.openxmlformats.org/drawingml/2006/main">
              <a:ext uri="{FF2B5EF4-FFF2-40B4-BE49-F238E27FC236}">
                <a16:creationId xmlns:a16="http://schemas.microsoft.com/office/drawing/2014/main" id="{5B2611CF-93AE-4FF4-A991-3992C45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3521"/>
            <a:ext cx="8258175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64748B"/>
                </a:solidFill>
              </a:rPr>
              <a:t>How the two agents work together to keep care moving.</a:t>
            </a:r>
            <a:endParaRPr sz="1125"/>
          </a:p>
        </p:txBody>
      </p:sp>
      <p:sp>
        <p:nvSpPr>
          <p:cNvPr id="42" name="SK-3-text-41">
            <a:extLst xmlns:a="http://schemas.openxmlformats.org/drawingml/2006/main">
              <a:ext uri="{FF2B5EF4-FFF2-40B4-BE49-F238E27FC236}">
                <a16:creationId xmlns:a16="http://schemas.microsoft.com/office/drawing/2014/main" id="{7188D580-BC3E-474B-B847-CC42855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75483"/>
            <a:ext cx="3414713" cy="210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58"/>
              </a:lnSpc>
              <a:buNone/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Agent</a:t>
            </a:r>
            <a:endParaRPr sz="1275"/>
          </a:p>
        </p:txBody>
      </p:sp>
      <p:sp>
        <p:nvSpPr>
          <p:cNvPr id="43" name="SK-3-text-42">
            <a:extLst xmlns:a="http://schemas.openxmlformats.org/drawingml/2006/main">
              <a:ext uri="{FF2B5EF4-FFF2-40B4-BE49-F238E27FC236}">
                <a16:creationId xmlns:a16="http://schemas.microsoft.com/office/drawing/2014/main" id="{6BCBD61B-08A4-4FCC-A50D-9BE4B6A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04976"/>
            <a:ext cx="7591425" cy="1866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70"/>
              </a:lnSpc>
              <a:buNone/>
            </a:pPr>
            <a:r>
              <a:rPr sz="1050">
                <a:solidFill>
                  <a:srgbClr val="475569"/>
                </a:solidFill>
              </a:rPr>
              <a:t>Captures intent, location readiness, and accessibility needs</a:t>
            </a:r>
            <a:endParaRPr sz="1050"/>
          </a:p>
        </p:txBody>
      </p:sp>
      <p:sp>
        <p:nvSpPr>
          <p:cNvPr id="44" name="SK-3-text-43">
            <a:extLst xmlns:a="http://schemas.openxmlformats.org/drawingml/2006/main">
              <a:ext uri="{FF2B5EF4-FFF2-40B4-BE49-F238E27FC236}">
                <a16:creationId xmlns:a16="http://schemas.microsoft.com/office/drawing/2014/main" id="{0CD6DC95-6C08-475A-BCCD-92CDBB2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86907"/>
            <a:ext cx="4161472" cy="210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58"/>
              </a:lnSpc>
              <a:buNone/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Orchestrator</a:t>
            </a:r>
            <a:endParaRPr sz="1275"/>
          </a:p>
        </p:txBody>
      </p:sp>
      <p:sp>
        <p:nvSpPr>
          <p:cNvPr id="45" name="SK-3-text-44">
            <a:extLst xmlns:a="http://schemas.openxmlformats.org/drawingml/2006/main">
              <a:ext uri="{FF2B5EF4-FFF2-40B4-BE49-F238E27FC236}">
                <a16:creationId xmlns:a16="http://schemas.microsoft.com/office/drawing/2014/main" id="{8352086D-BC8D-465C-9932-FC771AB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16400"/>
            <a:ext cx="7591425" cy="1866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70"/>
              </a:lnSpc>
              <a:buNone/>
            </a:pPr>
            <a:r>
              <a:rPr sz="1050">
                <a:solidFill>
                  <a:srgbClr val="475569"/>
                </a:solidFill>
              </a:rPr>
              <a:t>Coordinates departments and prepares resources in parallel</a:t>
            </a:r>
            <a:endParaRPr sz="1050"/>
          </a:p>
        </p:txBody>
      </p:sp>
      <p:sp>
        <p:nvSpPr>
          <p:cNvPr id="46" name="SK-3-text-45">
            <a:extLst xmlns:a="http://schemas.openxmlformats.org/drawingml/2006/main">
              <a:ext uri="{FF2B5EF4-FFF2-40B4-BE49-F238E27FC236}">
                <a16:creationId xmlns:a16="http://schemas.microsoft.com/office/drawing/2014/main" id="{45923CAB-4F22-46FC-BE15-B0E544B0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98330"/>
            <a:ext cx="3772853" cy="210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58"/>
              </a:lnSpc>
              <a:buNone/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Departmental Agents</a:t>
            </a:r>
            <a:endParaRPr sz="1275"/>
          </a:p>
        </p:txBody>
      </p:sp>
      <p:sp>
        <p:nvSpPr>
          <p:cNvPr id="47" name="SK-3-text-46">
            <a:extLst xmlns:a="http://schemas.openxmlformats.org/drawingml/2006/main">
              <a:ext uri="{FF2B5EF4-FFF2-40B4-BE49-F238E27FC236}">
                <a16:creationId xmlns:a16="http://schemas.microsoft.com/office/drawing/2014/main" id="{BFF684DD-030E-4213-9E2C-19E63B21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27823"/>
            <a:ext cx="3505200" cy="3732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70"/>
              </a:lnSpc>
              <a:buNone/>
            </a:pPr>
            <a:r>
              <a:rPr sz="1050">
                <a:solidFill>
                  <a:srgbClr val="475569"/>
                </a:solidFill>
              </a:rPr>
              <a:t>Admission, scheduling, nursing, pharmacy, billing, physiotherapy</a:t>
            </a:r>
            <a:endParaRPr sz="1050"/>
          </a:p>
        </p:txBody>
      </p:sp>
      <p:sp>
        <p:nvSpPr>
          <p:cNvPr id="48" name="SK-3-text-47">
            <a:extLst xmlns:a="http://schemas.openxmlformats.org/drawingml/2006/main">
              <a:ext uri="{FF2B5EF4-FFF2-40B4-BE49-F238E27FC236}">
                <a16:creationId xmlns:a16="http://schemas.microsoft.com/office/drawing/2014/main" id="{8A7F29B6-0AB7-4FC6-9632-0BD1A7E5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069" y="5415409"/>
            <a:ext cx="3745706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Readiness, queue, and service updates flow back to the patient agent — keeping the patient informed while hospitals prepare.</a:t>
            </a:r>
            <a:endParaRPr sz="1125"/>
          </a:p>
        </p:txBody>
      </p:sp>
      <p:sp>
        <p:nvSpPr>
          <p:cNvPr id="49" name="SK-3-text-48">
            <a:extLst xmlns:a="http://schemas.openxmlformats.org/drawingml/2006/main">
              <a:ext uri="{FF2B5EF4-FFF2-40B4-BE49-F238E27FC236}">
                <a16:creationId xmlns:a16="http://schemas.microsoft.com/office/drawing/2014/main" id="{7B0BC809-1C2D-47A4-A7BF-4661CE21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98265"/>
            <a:ext cx="2857500" cy="5447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Orchestrator Agent</a:t>
            </a:r>
            <a:endParaRPr sz="1650"/>
          </a:p>
        </p:txBody>
      </p:sp>
      <p:sp>
        <p:nvSpPr>
          <p:cNvPr id="50" name="SK-3-text-49">
            <a:extLst xmlns:a="http://schemas.openxmlformats.org/drawingml/2006/main">
              <a:ext uri="{FF2B5EF4-FFF2-40B4-BE49-F238E27FC236}">
                <a16:creationId xmlns:a16="http://schemas.microsoft.com/office/drawing/2014/main" id="{3824C5E5-00D1-4FF3-AEB7-7FBA2BF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801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64748B"/>
                </a:solidFill>
              </a:rPr>
              <a:t>Operates inside one hospital to align teams and resources.</a:t>
            </a:r>
            <a:endParaRPr sz="1125"/>
          </a:p>
        </p:txBody>
      </p:sp>
      <p:sp>
        <p:nvSpPr>
          <p:cNvPr id="51" name="SK-3-text-50">
            <a:extLst xmlns:a="http://schemas.openxmlformats.org/drawingml/2006/main">
              <a:ext uri="{FF2B5EF4-FFF2-40B4-BE49-F238E27FC236}">
                <a16:creationId xmlns:a16="http://schemas.microsoft.com/office/drawing/2014/main" id="{8290543D-BF48-460F-9BB1-D87A66D6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19251"/>
            <a:ext cx="318135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Runs inside one hospital</a:t>
            </a:r>
            <a:endParaRPr sz="1200"/>
          </a:p>
        </p:txBody>
      </p:sp>
      <p:sp>
        <p:nvSpPr>
          <p:cNvPr id="52" name="SK-3-text-51">
            <a:extLst xmlns:a="http://schemas.openxmlformats.org/drawingml/2006/main">
              <a:ext uri="{FF2B5EF4-FFF2-40B4-BE49-F238E27FC236}">
                <a16:creationId xmlns:a16="http://schemas.microsoft.com/office/drawing/2014/main" id="{ABB5A491-7710-4FF2-AC14-92BDC44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35362"/>
            <a:ext cx="26098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Coordinates departments and specialized agents</a:t>
            </a:r>
            <a:endParaRPr sz="1200"/>
          </a:p>
        </p:txBody>
      </p:sp>
      <p:sp>
        <p:nvSpPr>
          <p:cNvPr id="53" name="SK-3-text-52">
            <a:extLst xmlns:a="http://schemas.openxmlformats.org/drawingml/2006/main">
              <a:ext uri="{FF2B5EF4-FFF2-40B4-BE49-F238E27FC236}">
                <a16:creationId xmlns:a16="http://schemas.microsoft.com/office/drawing/2014/main" id="{3E7F78C4-9486-441E-B4BE-418D508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2334"/>
            <a:ext cx="26098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Anticipates arrival and prepares resources</a:t>
            </a:r>
            <a:endParaRPr sz="1200"/>
          </a:p>
        </p:txBody>
      </p:sp>
      <p:sp>
        <p:nvSpPr>
          <p:cNvPr id="54" name="SK-3-text-53">
            <a:extLst xmlns:a="http://schemas.openxmlformats.org/drawingml/2006/main">
              <a:ext uri="{FF2B5EF4-FFF2-40B4-BE49-F238E27FC236}">
                <a16:creationId xmlns:a16="http://schemas.microsoft.com/office/drawing/2014/main" id="{F8AC6514-BA76-46E7-84A1-75E53F92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09306"/>
            <a:ext cx="26098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Sends readiness, queue, and service updates back to the patient agent</a:t>
            </a:r>
            <a:endParaRPr sz="1200"/>
          </a:p>
        </p:txBody>
      </p:sp>
      <p:sp>
        <p:nvSpPr>
          <p:cNvPr id="55" name="SK-3-text-54">
            <a:extLst xmlns:a="http://schemas.openxmlformats.org/drawingml/2006/main">
              <a:ext uri="{FF2B5EF4-FFF2-40B4-BE49-F238E27FC236}">
                <a16:creationId xmlns:a16="http://schemas.microsoft.com/office/drawing/2014/main" id="{1F4FAC7E-F742-48B8-A7C1-EDFB57CE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8" y="6396484"/>
            <a:ext cx="11091863" cy="222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Polaris</a:t>
            </a: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 never replaces clinicians.</a:t>
            </a:r>
            <a:r>
              <a:rPr sz="1200">
                <a:solidFill>
                  <a:srgbClr val="475569"/>
                </a:solidFill>
              </a:rPr>
              <a:t>  It reduces the operational friction around care — nothing more, nothing less.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894191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7" name="SK-4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ac41e24904f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8" name="SK-4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2dead34be4a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99" name="SK-4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153842dab4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100" name="SK-4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0e18b08d84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2026741"/>
            <a:ext cx="9963150" cy="1407170"/>
          </a:xfrm>
          <a:prstGeom xmlns:a="http://schemas.openxmlformats.org/drawingml/2006/main" prst="rect">
            <a:avLst/>
          </a:prstGeom>
        </p:spPr>
      </p:pic>
      <p:pic>
        <p:nvPicPr>
          <p:cNvPr id="101" name="SK-4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5d734ac8340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2229594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02" name="SK-4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1058dc80d4d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2556272"/>
            <a:ext cx="1676400" cy="268486"/>
          </a:xfrm>
          <a:prstGeom xmlns:a="http://schemas.openxmlformats.org/drawingml/2006/main" prst="rect">
            <a:avLst/>
          </a:prstGeom>
        </p:spPr>
      </p:pic>
      <p:pic>
        <p:nvPicPr>
          <p:cNvPr id="103" name="SK-4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490ae455c4a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261773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04" name="SK-4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afc9f05a349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2362" y="2556272"/>
            <a:ext cx="2762250" cy="268486"/>
          </a:xfrm>
          <a:prstGeom xmlns:a="http://schemas.openxmlformats.org/drawingml/2006/main" prst="rect">
            <a:avLst/>
          </a:prstGeom>
        </p:spPr>
      </p:pic>
      <p:pic>
        <p:nvPicPr>
          <p:cNvPr id="105" name="SK-4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645ce721b46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67138" y="261773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06" name="SK-4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7ca8ab6d14f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2556272"/>
            <a:ext cx="1838325" cy="268486"/>
          </a:xfrm>
          <a:prstGeom xmlns:a="http://schemas.openxmlformats.org/drawingml/2006/main" prst="rect">
            <a:avLst/>
          </a:prstGeom>
        </p:spPr>
      </p:pic>
      <p:pic>
        <p:nvPicPr>
          <p:cNvPr id="107" name="SK-4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2286d99024f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7975" y="261773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08" name="SK-4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a3bc765984b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0113" y="2556272"/>
            <a:ext cx="1828800" cy="268486"/>
          </a:xfrm>
          <a:prstGeom xmlns:a="http://schemas.openxmlformats.org/drawingml/2006/main" prst="rect">
            <a:avLst/>
          </a:prstGeom>
        </p:spPr>
      </p:pic>
      <p:pic>
        <p:nvPicPr>
          <p:cNvPr id="109" name="SK-4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461920ef346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4888" y="261773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10" name="SK-4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89f7664c340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2956917"/>
            <a:ext cx="154781" cy="132606"/>
          </a:xfrm>
          <a:prstGeom xmlns:a="http://schemas.openxmlformats.org/drawingml/2006/main" prst="rect">
            <a:avLst/>
          </a:prstGeom>
        </p:spPr>
      </p:pic>
      <p:pic>
        <p:nvPicPr>
          <p:cNvPr id="111" name="SK-4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1a9212ec3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8181" y="2956917"/>
            <a:ext cx="154781" cy="132606"/>
          </a:xfrm>
          <a:prstGeom xmlns:a="http://schemas.openxmlformats.org/drawingml/2006/main" prst="rect">
            <a:avLst/>
          </a:prstGeom>
        </p:spPr>
      </p:pic>
      <p:pic>
        <p:nvPicPr>
          <p:cNvPr id="112" name="SK-4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a5a526303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3529161"/>
            <a:ext cx="9963150" cy="1407170"/>
          </a:xfrm>
          <a:prstGeom xmlns:a="http://schemas.openxmlformats.org/drawingml/2006/main" prst="rect">
            <a:avLst/>
          </a:prstGeom>
        </p:spPr>
      </p:pic>
      <p:pic>
        <p:nvPicPr>
          <p:cNvPr id="113" name="SK-4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1283a954946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3732014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14" name="SK-4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f156e2924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4058692"/>
            <a:ext cx="1800225" cy="268486"/>
          </a:xfrm>
          <a:prstGeom xmlns:a="http://schemas.openxmlformats.org/drawingml/2006/main" prst="rect">
            <a:avLst/>
          </a:prstGeom>
        </p:spPr>
      </p:pic>
      <p:pic>
        <p:nvPicPr>
          <p:cNvPr id="115" name="SK-4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5be38b9784e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412015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16" name="SK-4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2025e8f7e4f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6188" y="4058692"/>
            <a:ext cx="5010150" cy="268486"/>
          </a:xfrm>
          <a:prstGeom xmlns:a="http://schemas.openxmlformats.org/drawingml/2006/main" prst="rect">
            <a:avLst/>
          </a:prstGeom>
        </p:spPr>
      </p:pic>
      <p:pic>
        <p:nvPicPr>
          <p:cNvPr id="117" name="SK-4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d9661fa7145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0962" y="412015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18" name="SK-4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dc3be76ea4f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925" y="4058692"/>
            <a:ext cx="2143125" cy="268486"/>
          </a:xfrm>
          <a:prstGeom xmlns:a="http://schemas.openxmlformats.org/drawingml/2006/main" prst="rect">
            <a:avLst/>
          </a:prstGeom>
        </p:spPr>
      </p:pic>
      <p:pic>
        <p:nvPicPr>
          <p:cNvPr id="119" name="SK-4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2a204a7b94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0" y="412015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20" name="SK-4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05a63f29e49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4459337"/>
            <a:ext cx="154781" cy="132606"/>
          </a:xfrm>
          <a:prstGeom xmlns:a="http://schemas.openxmlformats.org/drawingml/2006/main" prst="rect">
            <a:avLst/>
          </a:prstGeom>
        </p:spPr>
      </p:pic>
      <p:pic>
        <p:nvPicPr>
          <p:cNvPr id="121" name="SK-4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049c2445e4c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4281" y="4459337"/>
            <a:ext cx="154781" cy="132606"/>
          </a:xfrm>
          <a:prstGeom xmlns:a="http://schemas.openxmlformats.org/drawingml/2006/main" prst="rect">
            <a:avLst/>
          </a:prstGeom>
        </p:spPr>
      </p:pic>
      <p:pic>
        <p:nvPicPr>
          <p:cNvPr id="122" name="SK-4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b8a2510ed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5031581"/>
            <a:ext cx="9963150" cy="1407170"/>
          </a:xfrm>
          <a:prstGeom xmlns:a="http://schemas.openxmlformats.org/drawingml/2006/main" prst="rect">
            <a:avLst/>
          </a:prstGeom>
        </p:spPr>
      </p:pic>
      <p:pic>
        <p:nvPicPr>
          <p:cNvPr id="123" name="SK-4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06dfc744a49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5234434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24" name="SK-4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1dac354c448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5561112"/>
            <a:ext cx="1990725" cy="268486"/>
          </a:xfrm>
          <a:prstGeom xmlns:a="http://schemas.openxmlformats.org/drawingml/2006/main" prst="rect">
            <a:avLst/>
          </a:prstGeom>
        </p:spPr>
      </p:pic>
      <p:pic>
        <p:nvPicPr>
          <p:cNvPr id="125" name="SK-4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5df26f2c34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562257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26" name="SK-4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c70f18443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687" y="5561112"/>
            <a:ext cx="2857500" cy="268486"/>
          </a:xfrm>
          <a:prstGeom xmlns:a="http://schemas.openxmlformats.org/drawingml/2006/main" prst="rect">
            <a:avLst/>
          </a:prstGeom>
        </p:spPr>
      </p:pic>
      <p:pic>
        <p:nvPicPr>
          <p:cNvPr id="127" name="SK-4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9ff0db0384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1463" y="562257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28" name="SK-4-img-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60e69aeeb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2775" y="5561112"/>
            <a:ext cx="3238500" cy="268486"/>
          </a:xfrm>
          <a:prstGeom xmlns:a="http://schemas.openxmlformats.org/drawingml/2006/main" prst="rect">
            <a:avLst/>
          </a:prstGeom>
        </p:spPr>
      </p:pic>
      <p:pic>
        <p:nvPicPr>
          <p:cNvPr id="129" name="SK-4-img-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3eda1645b4a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5622578"/>
            <a:ext cx="166688" cy="154781"/>
          </a:xfrm>
          <a:prstGeom xmlns:a="http://schemas.openxmlformats.org/drawingml/2006/main" prst="rect">
            <a:avLst/>
          </a:prstGeom>
        </p:spPr>
      </p:pic>
      <p:pic>
        <p:nvPicPr>
          <p:cNvPr id="130" name="SK-4-img-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e4995cc3842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5961757"/>
            <a:ext cx="154781" cy="132606"/>
          </a:xfrm>
          <a:prstGeom xmlns:a="http://schemas.openxmlformats.org/drawingml/2006/main" prst="rect">
            <a:avLst/>
          </a:prstGeom>
        </p:spPr>
      </p:pic>
      <p:pic>
        <p:nvPicPr>
          <p:cNvPr id="131" name="SK-4-img-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d53ed0bd44c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8631" y="5961757"/>
            <a:ext cx="154781" cy="132606"/>
          </a:xfrm>
          <a:prstGeom xmlns:a="http://schemas.openxmlformats.org/drawingml/2006/main" prst="rect">
            <a:avLst/>
          </a:prstGeom>
        </p:spPr>
      </p:pic>
      <p:sp>
        <p:nvSpPr>
          <p:cNvPr id="37" name="SK-4-text-36">
            <a:extLst xmlns:a="http://schemas.openxmlformats.org/drawingml/2006/main">
              <a:ext uri="{FF2B5EF4-FFF2-40B4-BE49-F238E27FC236}">
                <a16:creationId xmlns:a16="http://schemas.microsoft.com/office/drawing/2014/main" id="{450C1DC4-A83C-48F9-9985-9752F3A3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8" name="SK-4-text-37">
            <a:extLst xmlns:a="http://schemas.openxmlformats.org/drawingml/2006/main">
              <a:ext uri="{FF2B5EF4-FFF2-40B4-BE49-F238E27FC236}">
                <a16:creationId xmlns:a16="http://schemas.microsoft.com/office/drawing/2014/main" id="{FE60FABA-6F8C-4203-82C0-510F9F9E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77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 spc="-20">
                <a:solidFill>
                  <a:srgbClr val="0F172A"/>
                </a:solidFill>
                <a:latin typeface="Inter"/>
                <a:ea typeface="Inter"/>
                <a:cs typeface="Inter"/>
              </a:rPr>
              <a:t>Prototype Sequence: Start Narrow, Prove the Loop, Expand the Network</a:t>
            </a:r>
            <a:endParaRPr sz="2550"/>
          </a:p>
        </p:txBody>
      </p:sp>
      <p:sp>
        <p:nvSpPr>
          <p:cNvPr id="39" name="SK-4-text-38">
            <a:extLst xmlns:a="http://schemas.openxmlformats.org/drawingml/2006/main">
              <a:ext uri="{FF2B5EF4-FFF2-40B4-BE49-F238E27FC236}">
                <a16:creationId xmlns:a16="http://schemas.microsoft.com/office/drawing/2014/main" id="{48B44671-68E8-40EC-9EE3-E5CA7586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8230"/>
            <a:ext cx="11620500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>
                <a:solidFill>
                  <a:srgbClr val="475569"/>
                </a:solidFill>
              </a:rPr>
              <a:t>A three-phase roadmap — patient app, hospital command center, then the complete multi‑hospital ecosystem.</a:t>
            </a:r>
            <a:endParaRPr sz="1350"/>
          </a:p>
        </p:txBody>
      </p:sp>
      <p:sp>
        <p:nvSpPr>
          <p:cNvPr id="40" name="SK-4-text-39">
            <a:extLst xmlns:a="http://schemas.openxmlformats.org/drawingml/2006/main">
              <a:ext uri="{FF2B5EF4-FFF2-40B4-BE49-F238E27FC236}">
                <a16:creationId xmlns:a16="http://schemas.microsoft.com/office/drawing/2014/main" id="{61B145EC-0978-4474-89A7-7473BF28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72" y="2064841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300"/>
              </a:lnSpc>
              <a:buNone/>
            </a:pPr>
            <a:r>
              <a:rPr sz="3300" b="1" spc="-53">
                <a:solidFill>
                  <a:srgbClr val="0D9488"/>
                </a:solidFill>
                <a:latin typeface="Inter"/>
                <a:ea typeface="Inter"/>
                <a:cs typeface="Inter"/>
              </a:rPr>
              <a:t>01</a:t>
            </a:r>
            <a:endParaRPr sz="3300"/>
          </a:p>
        </p:txBody>
      </p:sp>
      <p:sp>
        <p:nvSpPr>
          <p:cNvPr id="41" name="SK-4-text-40">
            <a:extLst xmlns:a="http://schemas.openxmlformats.org/drawingml/2006/main">
              <a:ext uri="{FF2B5EF4-FFF2-40B4-BE49-F238E27FC236}">
                <a16:creationId xmlns:a16="http://schemas.microsoft.com/office/drawing/2014/main" id="{D310168C-7626-4A78-89B2-F3778DA7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188666"/>
            <a:ext cx="997267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Phase 1 — Patient app for Android &amp; iOS</a:t>
            </a:r>
            <a:endParaRPr sz="1650"/>
          </a:p>
        </p:txBody>
      </p:sp>
      <p:sp>
        <p:nvSpPr>
          <p:cNvPr id="42" name="SK-4-text-41">
            <a:extLst xmlns:a="http://schemas.openxmlformats.org/drawingml/2006/main">
              <a:ext uri="{FF2B5EF4-FFF2-40B4-BE49-F238E27FC236}">
                <a16:creationId xmlns:a16="http://schemas.microsoft.com/office/drawing/2014/main" id="{A87EDC7D-34BB-488D-AFFD-D72EEEC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38" y="2556272"/>
            <a:ext cx="3114626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Voice-first onboarding</a:t>
            </a:r>
            <a:endParaRPr sz="1050"/>
          </a:p>
        </p:txBody>
      </p:sp>
      <p:sp>
        <p:nvSpPr>
          <p:cNvPr id="43" name="SK-4-text-42">
            <a:extLst xmlns:a="http://schemas.openxmlformats.org/drawingml/2006/main">
              <a:ext uri="{FF2B5EF4-FFF2-40B4-BE49-F238E27FC236}">
                <a16:creationId xmlns:a16="http://schemas.microsoft.com/office/drawing/2014/main" id="{3A4A1B2B-10B2-4990-9C6E-CBCF959A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556272"/>
            <a:ext cx="5806639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Appointment timeline &amp; next-best action</a:t>
            </a:r>
            <a:endParaRPr sz="1050"/>
          </a:p>
        </p:txBody>
      </p:sp>
      <p:sp>
        <p:nvSpPr>
          <p:cNvPr id="44" name="SK-4-text-43">
            <a:extLst xmlns:a="http://schemas.openxmlformats.org/drawingml/2006/main">
              <a:ext uri="{FF2B5EF4-FFF2-40B4-BE49-F238E27FC236}">
                <a16:creationId xmlns:a16="http://schemas.microsoft.com/office/drawing/2014/main" id="{70DA75D4-E368-414D-A6E0-69D87AAF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2556272"/>
            <a:ext cx="3437280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Location readiness &amp; ETA</a:t>
            </a:r>
            <a:endParaRPr sz="1050"/>
          </a:p>
        </p:txBody>
      </p:sp>
      <p:sp>
        <p:nvSpPr>
          <p:cNvPr id="45" name="SK-4-text-44">
            <a:extLst xmlns:a="http://schemas.openxmlformats.org/drawingml/2006/main">
              <a:ext uri="{FF2B5EF4-FFF2-40B4-BE49-F238E27FC236}">
                <a16:creationId xmlns:a16="http://schemas.microsoft.com/office/drawing/2014/main" id="{4E08E77D-1B09-4266-972F-3D619EBE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56272"/>
            <a:ext cx="3400425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Action-only notifications</a:t>
            </a:r>
            <a:endParaRPr sz="1050"/>
          </a:p>
        </p:txBody>
      </p:sp>
      <p:sp>
        <p:nvSpPr>
          <p:cNvPr id="46" name="SK-4-text-45">
            <a:extLst xmlns:a="http://schemas.openxmlformats.org/drawingml/2006/main">
              <a:ext uri="{FF2B5EF4-FFF2-40B4-BE49-F238E27FC236}">
                <a16:creationId xmlns:a16="http://schemas.microsoft.com/office/drawing/2014/main" id="{037665BF-E06E-487F-A0BF-6DBEBDB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56" y="2939058"/>
            <a:ext cx="7132320" cy="160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8"/>
              </a:lnSpc>
              <a:buNone/>
            </a:pPr>
            <a:r>
              <a:rPr sz="975">
                <a:solidFill>
                  <a:srgbClr val="64748B"/>
                </a:solidFill>
              </a:rPr>
              <a:t>Accessible text, large type, simplified language</a:t>
            </a:r>
            <a:endParaRPr sz="975"/>
          </a:p>
        </p:txBody>
      </p:sp>
      <p:sp>
        <p:nvSpPr>
          <p:cNvPr id="47" name="SK-4-text-46">
            <a:extLst xmlns:a="http://schemas.openxmlformats.org/drawingml/2006/main">
              <a:ext uri="{FF2B5EF4-FFF2-40B4-BE49-F238E27FC236}">
                <a16:creationId xmlns:a16="http://schemas.microsoft.com/office/drawing/2014/main" id="{A36FB2EE-FD31-49DE-853C-E185C6B5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63" y="2939058"/>
            <a:ext cx="6092190" cy="160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8"/>
              </a:lnSpc>
              <a:buNone/>
            </a:pPr>
            <a:r>
              <a:rPr sz="975">
                <a:solidFill>
                  <a:srgbClr val="64748B"/>
                </a:solidFill>
              </a:rPr>
              <a:t>Separate connection contexts per hospital</a:t>
            </a:r>
            <a:endParaRPr sz="975"/>
          </a:p>
        </p:txBody>
      </p:sp>
      <p:sp>
        <p:nvSpPr>
          <p:cNvPr id="48" name="SK-4-text-47">
            <a:extLst xmlns:a="http://schemas.openxmlformats.org/drawingml/2006/main">
              <a:ext uri="{FF2B5EF4-FFF2-40B4-BE49-F238E27FC236}">
                <a16:creationId xmlns:a16="http://schemas.microsoft.com/office/drawing/2014/main" id="{4594B2AB-BC0E-4F55-937A-41F98857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09" y="3567261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300"/>
              </a:lnSpc>
              <a:buNone/>
            </a:pPr>
            <a:r>
              <a:rPr sz="3300" b="1" spc="-53">
                <a:solidFill>
                  <a:srgbClr val="0D9488"/>
                </a:solidFill>
                <a:latin typeface="Inter"/>
                <a:ea typeface="Inter"/>
                <a:cs typeface="Inter"/>
              </a:rPr>
              <a:t>02</a:t>
            </a:r>
            <a:endParaRPr sz="3300"/>
          </a:p>
        </p:txBody>
      </p:sp>
      <p:sp>
        <p:nvSpPr>
          <p:cNvPr id="49" name="SK-4-text-48">
            <a:extLst xmlns:a="http://schemas.openxmlformats.org/drawingml/2006/main">
              <a:ext uri="{FF2B5EF4-FFF2-40B4-BE49-F238E27FC236}">
                <a16:creationId xmlns:a16="http://schemas.microsoft.com/office/drawing/2014/main" id="{0EEC35C7-E00B-4FAE-AB1E-F4370259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91086"/>
            <a:ext cx="857059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Phase 2 — Hospital command center</a:t>
            </a:r>
            <a:endParaRPr sz="1650"/>
          </a:p>
        </p:txBody>
      </p:sp>
      <p:sp>
        <p:nvSpPr>
          <p:cNvPr id="50" name="SK-4-text-49">
            <a:extLst xmlns:a="http://schemas.openxmlformats.org/drawingml/2006/main">
              <a:ext uri="{FF2B5EF4-FFF2-40B4-BE49-F238E27FC236}">
                <a16:creationId xmlns:a16="http://schemas.microsoft.com/office/drawing/2014/main" id="{664A13E5-59E0-4629-84FD-F34A5E64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38" y="4058692"/>
            <a:ext cx="3285773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Readiness &amp; queue state</a:t>
            </a:r>
            <a:endParaRPr sz="1050"/>
          </a:p>
        </p:txBody>
      </p:sp>
      <p:sp>
        <p:nvSpPr>
          <p:cNvPr id="51" name="SK-4-text-50">
            <a:extLst xmlns:a="http://schemas.openxmlformats.org/drawingml/2006/main">
              <a:ext uri="{FF2B5EF4-FFF2-40B4-BE49-F238E27FC236}">
                <a16:creationId xmlns:a16="http://schemas.microsoft.com/office/drawing/2014/main" id="{3D5D1092-213A-4DD4-A024-1024B55C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8692"/>
            <a:ext cx="8134350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Departmental worklists (admission, billing, pharmacy, nursing, physio, support)</a:t>
            </a:r>
            <a:endParaRPr sz="1050"/>
          </a:p>
        </p:txBody>
      </p:sp>
      <p:sp>
        <p:nvSpPr>
          <p:cNvPr id="52" name="SK-4-text-51">
            <a:extLst xmlns:a="http://schemas.openxmlformats.org/drawingml/2006/main">
              <a:ext uri="{FF2B5EF4-FFF2-40B4-BE49-F238E27FC236}">
                <a16:creationId xmlns:a16="http://schemas.microsoft.com/office/drawing/2014/main" id="{D700C4D8-6519-4DA7-BBD7-D95B4E2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058692"/>
            <a:ext cx="2995613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Pre-arrival preparation signals</a:t>
            </a:r>
            <a:endParaRPr sz="1050"/>
          </a:p>
        </p:txBody>
      </p:sp>
      <p:sp>
        <p:nvSpPr>
          <p:cNvPr id="53" name="SK-4-text-52">
            <a:extLst xmlns:a="http://schemas.openxmlformats.org/drawingml/2006/main">
              <a:ext uri="{FF2B5EF4-FFF2-40B4-BE49-F238E27FC236}">
                <a16:creationId xmlns:a16="http://schemas.microsoft.com/office/drawing/2014/main" id="{2A410CE4-DED6-4083-9374-C70E9B02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56" y="4441478"/>
            <a:ext cx="4606290" cy="160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8"/>
              </a:lnSpc>
              <a:buNone/>
            </a:pPr>
            <a:r>
              <a:rPr sz="975">
                <a:solidFill>
                  <a:srgbClr val="64748B"/>
                </a:solidFill>
              </a:rPr>
              <a:t>Exception handling &amp; escalation</a:t>
            </a:r>
            <a:endParaRPr sz="975"/>
          </a:p>
        </p:txBody>
      </p:sp>
      <p:sp>
        <p:nvSpPr>
          <p:cNvPr id="54" name="SK-4-text-53">
            <a:extLst xmlns:a="http://schemas.openxmlformats.org/drawingml/2006/main">
              <a:ext uri="{FF2B5EF4-FFF2-40B4-BE49-F238E27FC236}">
                <a16:creationId xmlns:a16="http://schemas.microsoft.com/office/drawing/2014/main" id="{160F22C5-DA37-4F01-B557-38CB5BD3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4441478"/>
            <a:ext cx="5646420" cy="160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8"/>
              </a:lnSpc>
              <a:buNone/>
            </a:pPr>
            <a:r>
              <a:rPr sz="975">
                <a:solidFill>
                  <a:srgbClr val="64748B"/>
                </a:solidFill>
              </a:rPr>
              <a:t>Response-time &amp; wait-reduction metrics</a:t>
            </a:r>
            <a:endParaRPr sz="975"/>
          </a:p>
        </p:txBody>
      </p:sp>
      <p:sp>
        <p:nvSpPr>
          <p:cNvPr id="55" name="SK-4-text-54">
            <a:extLst xmlns:a="http://schemas.openxmlformats.org/drawingml/2006/main">
              <a:ext uri="{FF2B5EF4-FFF2-40B4-BE49-F238E27FC236}">
                <a16:creationId xmlns:a16="http://schemas.microsoft.com/office/drawing/2014/main" id="{96B6843B-1E4F-4E4E-B38A-CD421DE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47" y="5069681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300"/>
              </a:lnSpc>
              <a:buNone/>
            </a:pPr>
            <a:r>
              <a:rPr sz="3300" b="1" spc="-53">
                <a:solidFill>
                  <a:srgbClr val="0D9488"/>
                </a:solidFill>
                <a:latin typeface="Inter"/>
                <a:ea typeface="Inter"/>
                <a:cs typeface="Inter"/>
              </a:rPr>
              <a:t>03</a:t>
            </a:r>
            <a:endParaRPr sz="3300"/>
          </a:p>
        </p:txBody>
      </p:sp>
      <p:sp>
        <p:nvSpPr>
          <p:cNvPr id="56" name="SK-4-text-55">
            <a:extLst xmlns:a="http://schemas.openxmlformats.org/drawingml/2006/main">
              <a:ext uri="{FF2B5EF4-FFF2-40B4-BE49-F238E27FC236}">
                <a16:creationId xmlns:a16="http://schemas.microsoft.com/office/drawing/2014/main" id="{02F1BAC3-DA23-4D0B-AB45-3B5B5670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193506"/>
            <a:ext cx="997267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Phase 3 — Complete multi‑hospital ecosystem</a:t>
            </a:r>
            <a:endParaRPr sz="1650"/>
          </a:p>
        </p:txBody>
      </p:sp>
      <p:sp>
        <p:nvSpPr>
          <p:cNvPr id="57" name="SK-4-text-56">
            <a:extLst xmlns:a="http://schemas.openxmlformats.org/drawingml/2006/main">
              <a:ext uri="{FF2B5EF4-FFF2-40B4-BE49-F238E27FC236}">
                <a16:creationId xmlns:a16="http://schemas.microsoft.com/office/drawing/2014/main" id="{E0AA3587-68F3-4D99-B3D5-EF80860D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38" y="5561112"/>
            <a:ext cx="3902086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Multi-hospital coordination</a:t>
            </a:r>
            <a:endParaRPr sz="1050"/>
          </a:p>
        </p:txBody>
      </p:sp>
      <p:sp>
        <p:nvSpPr>
          <p:cNvPr id="58" name="SK-4-text-57">
            <a:extLst xmlns:a="http://schemas.openxmlformats.org/drawingml/2006/main">
              <a:ext uri="{FF2B5EF4-FFF2-40B4-BE49-F238E27FC236}">
                <a16:creationId xmlns:a16="http://schemas.microsoft.com/office/drawing/2014/main" id="{CB091A05-681D-4584-AC8B-459CC4B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61112"/>
            <a:ext cx="6418281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Partner hospitals &amp; external patient agents</a:t>
            </a:r>
            <a:endParaRPr sz="1050"/>
          </a:p>
        </p:txBody>
      </p:sp>
      <p:sp>
        <p:nvSpPr>
          <p:cNvPr id="59" name="SK-4-text-58">
            <a:extLst xmlns:a="http://schemas.openxmlformats.org/drawingml/2006/main">
              <a:ext uri="{FF2B5EF4-FFF2-40B4-BE49-F238E27FC236}">
                <a16:creationId xmlns:a16="http://schemas.microsoft.com/office/drawing/2014/main" id="{A0F74526-0C5F-43FD-8EC5-1B01BAC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238" y="5561112"/>
            <a:ext cx="4957763" cy="268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Specialized agent marketplace / connector model</a:t>
            </a:r>
            <a:endParaRPr sz="1050"/>
          </a:p>
        </p:txBody>
      </p:sp>
      <p:sp>
        <p:nvSpPr>
          <p:cNvPr id="60" name="SK-4-text-59">
            <a:extLst xmlns:a="http://schemas.openxmlformats.org/drawingml/2006/main">
              <a:ext uri="{FF2B5EF4-FFF2-40B4-BE49-F238E27FC236}">
                <a16:creationId xmlns:a16="http://schemas.microsoft.com/office/drawing/2014/main" id="{3493489E-34D8-4F82-BF08-F9A778F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56" y="5943898"/>
            <a:ext cx="6835140" cy="160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8"/>
              </a:lnSpc>
              <a:buNone/>
            </a:pPr>
            <a:r>
              <a:rPr sz="975">
                <a:solidFill>
                  <a:srgbClr val="64748B"/>
                </a:solidFill>
              </a:rPr>
              <a:t>APIs, consent controls, audit trails, identity</a:t>
            </a:r>
            <a:endParaRPr sz="975"/>
          </a:p>
        </p:txBody>
      </p:sp>
      <p:sp>
        <p:nvSpPr>
          <p:cNvPr id="61" name="SK-4-text-60">
            <a:extLst xmlns:a="http://schemas.openxmlformats.org/drawingml/2006/main">
              <a:ext uri="{FF2B5EF4-FFF2-40B4-BE49-F238E27FC236}">
                <a16:creationId xmlns:a16="http://schemas.microsoft.com/office/drawing/2014/main" id="{B91B73D9-1C22-4349-B0CA-6F179147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13" y="5943898"/>
            <a:ext cx="7726680" cy="160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8"/>
              </a:lnSpc>
              <a:buNone/>
            </a:pPr>
            <a:r>
              <a:rPr sz="975">
                <a:solidFill>
                  <a:srgbClr val="64748B"/>
                </a:solidFill>
              </a:rPr>
              <a:t>Learning loop across patient behavior &amp; hospital ops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009793516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5c168b179a24c8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SK-5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968efcbf1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5" name="SK-5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298b435bd4d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6" name="SK-5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1244fcc6f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667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87" name="SK-5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426a8d0f249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3857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88" name="SK-5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9e0f92a2d4e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41115"/>
            <a:ext cx="6396930" cy="4269135"/>
          </a:xfrm>
          <a:prstGeom xmlns:a="http://schemas.openxmlformats.org/drawingml/2006/main" prst="rect">
            <a:avLst/>
          </a:prstGeom>
        </p:spPr>
      </p:pic>
      <p:pic>
        <p:nvPicPr>
          <p:cNvPr id="89" name="SK-5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dc151cdce4f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1820763"/>
            <a:ext cx="190500" cy="155079"/>
          </a:xfrm>
          <a:prstGeom xmlns:a="http://schemas.openxmlformats.org/drawingml/2006/main" prst="rect">
            <a:avLst/>
          </a:prstGeom>
        </p:spPr>
      </p:pic>
      <p:pic>
        <p:nvPicPr>
          <p:cNvPr id="90" name="SK-5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c4eb408ee4e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188815"/>
            <a:ext cx="5920680" cy="485775"/>
          </a:xfrm>
          <a:prstGeom xmlns:a="http://schemas.openxmlformats.org/drawingml/2006/main" prst="rect">
            <a:avLst/>
          </a:prstGeom>
        </p:spPr>
      </p:pic>
      <p:pic>
        <p:nvPicPr>
          <p:cNvPr id="91" name="SK-5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4be3f793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" y="2355503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92" name="SK-5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af35171194c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846040"/>
            <a:ext cx="1071563" cy="347663"/>
          </a:xfrm>
          <a:prstGeom xmlns:a="http://schemas.openxmlformats.org/drawingml/2006/main" prst="rect">
            <a:avLst/>
          </a:prstGeom>
        </p:spPr>
      </p:pic>
      <p:pic>
        <p:nvPicPr>
          <p:cNvPr id="93" name="SK-5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9c7b8588a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2946350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94" name="SK-5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052d87c0b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7394" y="2846040"/>
            <a:ext cx="1138238" cy="347663"/>
          </a:xfrm>
          <a:prstGeom xmlns:a="http://schemas.openxmlformats.org/drawingml/2006/main" prst="rect">
            <a:avLst/>
          </a:prstGeom>
        </p:spPr>
      </p:pic>
      <p:pic>
        <p:nvPicPr>
          <p:cNvPr id="95" name="SK-5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5c725c3be4d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9319" y="2946350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96" name="SK-5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2dce8571044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1838" y="2846040"/>
            <a:ext cx="1243013" cy="347663"/>
          </a:xfrm>
          <a:prstGeom xmlns:a="http://schemas.openxmlformats.org/drawingml/2006/main" prst="rect">
            <a:avLst/>
          </a:prstGeom>
        </p:spPr>
      </p:pic>
      <p:pic>
        <p:nvPicPr>
          <p:cNvPr id="97" name="SK-5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9a6733f124d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3763" y="2946350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98" name="SK-5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87e9a71664f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3327053"/>
            <a:ext cx="2124075" cy="419100"/>
          </a:xfrm>
          <a:prstGeom xmlns:a="http://schemas.openxmlformats.org/drawingml/2006/main" prst="rect">
            <a:avLst/>
          </a:prstGeom>
        </p:spPr>
      </p:pic>
      <p:pic>
        <p:nvPicPr>
          <p:cNvPr id="99" name="SK-5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390a17380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3460403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00" name="SK-5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ecdb063084e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5429696"/>
            <a:ext cx="178594" cy="148828"/>
          </a:xfrm>
          <a:prstGeom xmlns:a="http://schemas.openxmlformats.org/drawingml/2006/main" prst="rect">
            <a:avLst/>
          </a:prstGeom>
        </p:spPr>
      </p:pic>
      <p:pic>
        <p:nvPicPr>
          <p:cNvPr id="101" name="SK-5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b9c74620d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7030" y="1541115"/>
            <a:ext cx="4423470" cy="4269135"/>
          </a:xfrm>
          <a:prstGeom xmlns:a="http://schemas.openxmlformats.org/drawingml/2006/main" prst="rect">
            <a:avLst/>
          </a:prstGeom>
        </p:spPr>
      </p:pic>
      <p:pic>
        <p:nvPicPr>
          <p:cNvPr id="102" name="SK-5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22ffbd84c40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5155" y="1820763"/>
            <a:ext cx="190500" cy="155079"/>
          </a:xfrm>
          <a:prstGeom xmlns:a="http://schemas.openxmlformats.org/drawingml/2006/main" prst="rect">
            <a:avLst/>
          </a:prstGeom>
        </p:spPr>
      </p:pic>
      <p:pic>
        <p:nvPicPr>
          <p:cNvPr id="103" name="SK-5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d7fb9e7a6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5155" y="2207865"/>
            <a:ext cx="190500" cy="169218"/>
          </a:xfrm>
          <a:prstGeom xmlns:a="http://schemas.openxmlformats.org/drawingml/2006/main" prst="rect">
            <a:avLst/>
          </a:prstGeom>
        </p:spPr>
      </p:pic>
      <p:pic>
        <p:nvPicPr>
          <p:cNvPr id="104" name="SK-5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4c7edebe84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5155" y="2729657"/>
            <a:ext cx="190500" cy="169218"/>
          </a:xfrm>
          <a:prstGeom xmlns:a="http://schemas.openxmlformats.org/drawingml/2006/main" prst="rect">
            <a:avLst/>
          </a:prstGeom>
        </p:spPr>
      </p:pic>
      <p:pic>
        <p:nvPicPr>
          <p:cNvPr id="105" name="SK-5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7b3b8f7b44c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5155" y="3251448"/>
            <a:ext cx="190500" cy="169218"/>
          </a:xfrm>
          <a:prstGeom xmlns:a="http://schemas.openxmlformats.org/drawingml/2006/main" prst="rect">
            <a:avLst/>
          </a:prstGeom>
        </p:spPr>
      </p:pic>
      <p:pic>
        <p:nvPicPr>
          <p:cNvPr id="106" name="SK-5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afd92f5824b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5155" y="3773239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07" name="SK-5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790aa9294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5155" y="4081760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08" name="SK-5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e9896e3954f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6000750"/>
            <a:ext cx="11049000" cy="590550"/>
          </a:xfrm>
          <a:prstGeom xmlns:a="http://schemas.openxmlformats.org/drawingml/2006/main" prst="rect">
            <a:avLst/>
          </a:prstGeom>
        </p:spPr>
      </p:pic>
      <p:pic>
        <p:nvPicPr>
          <p:cNvPr id="109" name="SK-5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6b1415a1c4e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6216700"/>
            <a:ext cx="190500" cy="158651"/>
          </a:xfrm>
          <a:prstGeom xmlns:a="http://schemas.openxmlformats.org/drawingml/2006/main" prst="rect">
            <a:avLst/>
          </a:prstGeom>
        </p:spPr>
      </p:pic>
      <p:pic>
        <p:nvPicPr>
          <p:cNvPr id="110" name="SK-5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4b6914be8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6143625"/>
            <a:ext cx="9525" cy="304800"/>
          </a:xfrm>
          <a:prstGeom xmlns:a="http://schemas.openxmlformats.org/drawingml/2006/main" prst="rect">
            <a:avLst/>
          </a:prstGeom>
        </p:spPr>
      </p:pic>
      <p:pic>
        <p:nvPicPr>
          <p:cNvPr id="111" name="SK-5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a11348611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19325" y="6216700"/>
            <a:ext cx="190500" cy="158651"/>
          </a:xfrm>
          <a:prstGeom xmlns:a="http://schemas.openxmlformats.org/drawingml/2006/main" prst="rect">
            <a:avLst/>
          </a:prstGeom>
        </p:spPr>
      </p:pic>
      <p:pic>
        <p:nvPicPr>
          <p:cNvPr id="112" name="SK-5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c7337722a4d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9100" y="6143625"/>
            <a:ext cx="9525" cy="304800"/>
          </a:xfrm>
          <a:prstGeom xmlns:a="http://schemas.openxmlformats.org/drawingml/2006/main" prst="rect">
            <a:avLst/>
          </a:prstGeom>
        </p:spPr>
      </p:pic>
      <p:pic>
        <p:nvPicPr>
          <p:cNvPr id="113" name="SK-5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9d4b3aac648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6216700"/>
            <a:ext cx="190500" cy="158651"/>
          </a:xfrm>
          <a:prstGeom xmlns:a="http://schemas.openxmlformats.org/drawingml/2006/main" prst="rect">
            <a:avLst/>
          </a:prstGeom>
        </p:spPr>
      </p:pic>
      <p:pic>
        <p:nvPicPr>
          <p:cNvPr id="114" name="SK-5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69e5c3feb4d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6143625"/>
            <a:ext cx="9525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SK-5-text-32">
            <a:extLst xmlns:a="http://schemas.openxmlformats.org/drawingml/2006/main">
              <a:ext uri="{FF2B5EF4-FFF2-40B4-BE49-F238E27FC236}">
                <a16:creationId xmlns:a16="http://schemas.microsoft.com/office/drawing/2014/main" id="{DEE45A82-4B49-4E5F-AC4F-A0533F7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4" name="SK-5-text-33">
            <a:extLst xmlns:a="http://schemas.openxmlformats.org/drawingml/2006/main">
              <a:ext uri="{FF2B5EF4-FFF2-40B4-BE49-F238E27FC236}">
                <a16:creationId xmlns:a16="http://schemas.microsoft.com/office/drawing/2014/main" id="{F4202200-8A8E-43B8-BC0F-8428A7FF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Agent Demo: Keep the Patient Moving</a:t>
            </a:r>
            <a:endParaRPr sz="2550"/>
          </a:p>
        </p:txBody>
      </p:sp>
      <p:sp>
        <p:nvSpPr>
          <p:cNvPr id="35" name="SK-5-text-34">
            <a:extLst xmlns:a="http://schemas.openxmlformats.org/drawingml/2006/main">
              <a:ext uri="{FF2B5EF4-FFF2-40B4-BE49-F238E27FC236}">
                <a16:creationId xmlns:a16="http://schemas.microsoft.com/office/drawing/2014/main" id="{F394C0B5-8525-4204-8C58-CC243EF8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534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Patient-owned coordination across hospital contexts, with scoped sharing and action-focused guidance.</a:t>
            </a:r>
            <a:endParaRPr sz="1350"/>
          </a:p>
        </p:txBody>
      </p:sp>
      <p:sp>
        <p:nvSpPr>
          <p:cNvPr id="36" name="SK-5-text-35">
            <a:extLst xmlns:a="http://schemas.openxmlformats.org/drawingml/2006/main">
              <a:ext uri="{FF2B5EF4-FFF2-40B4-BE49-F238E27FC236}">
                <a16:creationId xmlns:a16="http://schemas.microsoft.com/office/drawing/2014/main" id="{6EAD0546-0905-4679-9DC2-C0582D1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41140"/>
            <a:ext cx="714565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7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Live Readiness &amp; Next Action</a:t>
            </a:r>
            <a:endParaRPr sz="1650"/>
          </a:p>
        </p:txBody>
      </p:sp>
      <p:sp>
        <p:nvSpPr>
          <p:cNvPr id="37" name="SK-5-text-36">
            <a:extLst xmlns:a="http://schemas.openxmlformats.org/drawingml/2006/main">
              <a:ext uri="{FF2B5EF4-FFF2-40B4-BE49-F238E27FC236}">
                <a16:creationId xmlns:a16="http://schemas.microsoft.com/office/drawing/2014/main" id="{CE4EB434-B5E3-42D2-B36F-9321515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03115"/>
            <a:ext cx="953262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 b="1">
                <a:solidFill>
                  <a:srgbClr val="0D9488"/>
                </a:solidFill>
              </a:rPr>
              <a:t>“You are on track” · </a:t>
            </a:r>
            <a:r>
              <a:rPr sz="1350" b="1">
                <a:solidFill>
                  <a:srgbClr val="0D9488"/>
                </a:solidFill>
              </a:rPr>
              <a:t>Pharmacy ready in 20 min</a:t>
            </a:r>
            <a:endParaRPr sz="1350"/>
          </a:p>
        </p:txBody>
      </p:sp>
      <p:sp>
        <p:nvSpPr>
          <p:cNvPr id="38" name="SK-5-text-37">
            <a:extLst xmlns:a="http://schemas.openxmlformats.org/drawingml/2006/main">
              <a:ext uri="{FF2B5EF4-FFF2-40B4-BE49-F238E27FC236}">
                <a16:creationId xmlns:a16="http://schemas.microsoft.com/office/drawing/2014/main" id="{B1EFD354-FE8A-4120-B708-E68C6F21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4" y="2846040"/>
            <a:ext cx="862525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At home</a:t>
            </a:r>
            <a:endParaRPr sz="1125"/>
          </a:p>
        </p:txBody>
      </p:sp>
      <p:sp>
        <p:nvSpPr>
          <p:cNvPr id="39" name="SK-5-text-38">
            <a:extLst xmlns:a="http://schemas.openxmlformats.org/drawingml/2006/main">
              <a:ext uri="{FF2B5EF4-FFF2-40B4-BE49-F238E27FC236}">
                <a16:creationId xmlns:a16="http://schemas.microsoft.com/office/drawing/2014/main" id="{72EE83CE-A9E8-4782-9452-E1A63443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2846040"/>
            <a:ext cx="1134126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Cafeteria</a:t>
            </a:r>
            <a:endParaRPr sz="1125"/>
          </a:p>
        </p:txBody>
      </p:sp>
      <p:sp>
        <p:nvSpPr>
          <p:cNvPr id="40" name="SK-5-text-39">
            <a:extLst xmlns:a="http://schemas.openxmlformats.org/drawingml/2006/main">
              <a:ext uri="{FF2B5EF4-FFF2-40B4-BE49-F238E27FC236}">
                <a16:creationId xmlns:a16="http://schemas.microsoft.com/office/drawing/2014/main" id="{7229A92F-8092-4FAB-9E3B-01EFD4A5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556" y="2846040"/>
            <a:ext cx="1298075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On the way</a:t>
            </a:r>
            <a:endParaRPr sz="1125"/>
          </a:p>
        </p:txBody>
      </p:sp>
      <p:sp>
        <p:nvSpPr>
          <p:cNvPr id="41" name="SK-5-text-40">
            <a:extLst xmlns:a="http://schemas.openxmlformats.org/drawingml/2006/main">
              <a:ext uri="{FF2B5EF4-FFF2-40B4-BE49-F238E27FC236}">
                <a16:creationId xmlns:a16="http://schemas.microsoft.com/office/drawing/2014/main" id="{4C5EC163-579C-4A0C-8E51-37452DFD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22303"/>
            <a:ext cx="4099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One-tap voice check-in</a:t>
            </a:r>
            <a:endParaRPr sz="1200"/>
          </a:p>
        </p:txBody>
      </p:sp>
      <p:sp>
        <p:nvSpPr>
          <p:cNvPr id="42" name="SK-5-text-41">
            <a:extLst xmlns:a="http://schemas.openxmlformats.org/drawingml/2006/main">
              <a:ext uri="{FF2B5EF4-FFF2-40B4-BE49-F238E27FC236}">
                <a16:creationId xmlns:a16="http://schemas.microsoft.com/office/drawing/2014/main" id="{4E05A7F7-D5DF-45B4-9E96-A44A10F9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395913"/>
            <a:ext cx="70294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64748B"/>
                </a:solidFill>
              </a:rPr>
              <a:t> Notifications only when action is needed</a:t>
            </a:r>
            <a:endParaRPr sz="1125"/>
          </a:p>
        </p:txBody>
      </p:sp>
      <p:sp>
        <p:nvSpPr>
          <p:cNvPr id="43" name="SK-5-text-42">
            <a:extLst xmlns:a="http://schemas.openxmlformats.org/drawingml/2006/main">
              <a:ext uri="{FF2B5EF4-FFF2-40B4-BE49-F238E27FC236}">
                <a16:creationId xmlns:a16="http://schemas.microsoft.com/office/drawing/2014/main" id="{26AA20B2-B576-414E-8322-E9814E2A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05" y="1741140"/>
            <a:ext cx="447109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7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Core Patient Journeys</a:t>
            </a:r>
            <a:endParaRPr sz="1650"/>
          </a:p>
        </p:txBody>
      </p:sp>
      <p:sp>
        <p:nvSpPr>
          <p:cNvPr id="44" name="SK-5-text-43">
            <a:extLst xmlns:a="http://schemas.openxmlformats.org/drawingml/2006/main">
              <a:ext uri="{FF2B5EF4-FFF2-40B4-BE49-F238E27FC236}">
                <a16:creationId xmlns:a16="http://schemas.microsoft.com/office/drawing/2014/main" id="{7B60790D-0087-46B8-8C62-FE4F0DB4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05" y="2207865"/>
            <a:ext cx="366147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Appointment readiness:</a:t>
            </a:r>
            <a:r>
              <a:rPr sz="1200">
                <a:solidFill>
                  <a:srgbClr val="475569"/>
                </a:solidFill>
              </a:rPr>
              <a:t> confirm, prepare, estimate arrival, route</a:t>
            </a:r>
            <a:endParaRPr sz="1200"/>
          </a:p>
        </p:txBody>
      </p:sp>
      <p:sp>
        <p:nvSpPr>
          <p:cNvPr id="45" name="SK-5-text-44">
            <a:extLst xmlns:a="http://schemas.openxmlformats.org/drawingml/2006/main">
              <a:ext uri="{FF2B5EF4-FFF2-40B4-BE49-F238E27FC236}">
                <a16:creationId xmlns:a16="http://schemas.microsoft.com/office/drawing/2014/main" id="{CB419F99-50D7-4A31-938B-9B3DBEEE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05" y="2729657"/>
            <a:ext cx="366147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Multi-step visit:</a:t>
            </a:r>
            <a:r>
              <a:rPr sz="1200">
                <a:solidFill>
                  <a:srgbClr val="475569"/>
                </a:solidFill>
              </a:rPr>
              <a:t> admission → test → pharmacy → billing → discharge</a:t>
            </a:r>
            <a:endParaRPr sz="1200"/>
          </a:p>
        </p:txBody>
      </p:sp>
      <p:sp>
        <p:nvSpPr>
          <p:cNvPr id="46" name="SK-5-text-45">
            <a:extLst xmlns:a="http://schemas.openxmlformats.org/drawingml/2006/main">
              <a:ext uri="{FF2B5EF4-FFF2-40B4-BE49-F238E27FC236}">
                <a16:creationId xmlns:a16="http://schemas.microsoft.com/office/drawing/2014/main" id="{B5D73BA6-FEEF-41C9-AFA2-3F3C23CB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05" y="3251448"/>
            <a:ext cx="366147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Cross-hospital care:</a:t>
            </a:r>
            <a:r>
              <a:rPr sz="1200">
                <a:solidFill>
                  <a:srgbClr val="475569"/>
                </a:solidFill>
              </a:rPr>
              <a:t> separate contexts, one patient experience</a:t>
            </a:r>
            <a:endParaRPr sz="1200"/>
          </a:p>
        </p:txBody>
      </p:sp>
      <p:sp>
        <p:nvSpPr>
          <p:cNvPr id="47" name="SK-5-text-46">
            <a:extLst xmlns:a="http://schemas.openxmlformats.org/drawingml/2006/main">
              <a:ext uri="{FF2B5EF4-FFF2-40B4-BE49-F238E27FC236}">
                <a16:creationId xmlns:a16="http://schemas.microsoft.com/office/drawing/2014/main" id="{97536F4E-4F67-414F-B494-01FBC679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05" y="3773239"/>
            <a:ext cx="4471095" cy="21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Proactive guidance:</a:t>
            </a:r>
            <a:r>
              <a:rPr sz="1200">
                <a:solidFill>
                  <a:srgbClr val="475569"/>
                </a:solidFill>
              </a:rPr>
              <a:t> notify only when patient must act</a:t>
            </a:r>
            <a:endParaRPr sz="1200"/>
          </a:p>
        </p:txBody>
      </p:sp>
      <p:sp>
        <p:nvSpPr>
          <p:cNvPr id="48" name="SK-5-text-47">
            <a:extLst xmlns:a="http://schemas.openxmlformats.org/drawingml/2006/main">
              <a:ext uri="{FF2B5EF4-FFF2-40B4-BE49-F238E27FC236}">
                <a16:creationId xmlns:a16="http://schemas.microsoft.com/office/drawing/2014/main" id="{D1D95305-A403-4B4A-BD70-E5A1B82B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05" y="4081760"/>
            <a:ext cx="4471095" cy="21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Accessibility:</a:t>
            </a:r>
            <a:r>
              <a:rPr sz="1200">
                <a:solidFill>
                  <a:srgbClr val="475569"/>
                </a:solidFill>
              </a:rPr>
              <a:t> voice, text, large controls, caregiver mode</a:t>
            </a:r>
            <a:endParaRPr sz="1200"/>
          </a:p>
        </p:txBody>
      </p:sp>
      <p:sp>
        <p:nvSpPr>
          <p:cNvPr id="49" name="SK-5-text-48">
            <a:extLst xmlns:a="http://schemas.openxmlformats.org/drawingml/2006/main">
              <a:ext uri="{FF2B5EF4-FFF2-40B4-BE49-F238E27FC236}">
                <a16:creationId xmlns:a16="http://schemas.microsoft.com/office/drawing/2014/main" id="{57441A29-D8F3-4F75-9373-1219F685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81725"/>
            <a:ext cx="2087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>
                <a:solidFill>
                  <a:srgbClr val="0F172A"/>
                </a:solidFill>
              </a:rPr>
              <a:t>Voice-first</a:t>
            </a:r>
            <a:endParaRPr sz="1200"/>
          </a:p>
        </p:txBody>
      </p:sp>
      <p:sp>
        <p:nvSpPr>
          <p:cNvPr id="50" name="SK-5-text-49">
            <a:extLst xmlns:a="http://schemas.openxmlformats.org/drawingml/2006/main">
              <a:ext uri="{FF2B5EF4-FFF2-40B4-BE49-F238E27FC236}">
                <a16:creationId xmlns:a16="http://schemas.microsoft.com/office/drawing/2014/main" id="{E2E70FF9-F3D5-4862-859C-D0DC489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6181725"/>
            <a:ext cx="4099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>
                <a:solidFill>
                  <a:srgbClr val="0F172A"/>
                </a:solidFill>
              </a:rPr>
              <a:t>Large type &amp; text mode</a:t>
            </a:r>
            <a:endParaRPr sz="1200"/>
          </a:p>
        </p:txBody>
      </p:sp>
      <p:sp>
        <p:nvSpPr>
          <p:cNvPr id="51" name="SK-5-text-50">
            <a:extLst xmlns:a="http://schemas.openxmlformats.org/drawingml/2006/main">
              <a:ext uri="{FF2B5EF4-FFF2-40B4-BE49-F238E27FC236}">
                <a16:creationId xmlns:a16="http://schemas.microsoft.com/office/drawing/2014/main" id="{7F03A6A5-F9AF-45A6-B499-10C16890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81725"/>
            <a:ext cx="3368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>
                <a:solidFill>
                  <a:srgbClr val="0F172A"/>
                </a:solidFill>
              </a:rPr>
              <a:t>Caregiver-friendly</a:t>
            </a:r>
            <a:endParaRPr sz="1200"/>
          </a:p>
        </p:txBody>
      </p:sp>
      <p:sp>
        <p:nvSpPr>
          <p:cNvPr id="52" name="SK-5-text-51">
            <a:extLst xmlns:a="http://schemas.openxmlformats.org/drawingml/2006/main">
              <a:ext uri="{FF2B5EF4-FFF2-40B4-BE49-F238E27FC236}">
                <a16:creationId xmlns:a16="http://schemas.microsoft.com/office/drawing/2014/main" id="{F543FD01-255B-4BF9-9C97-6F94FD39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203156"/>
            <a:ext cx="5800725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Plain-language logistics. Clinical questions route to licensed staff.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99981452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4dfffe4e2734a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0" name="SK-6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ff46967c84b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1" name="SK-6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8f0a7abaa40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2" name="SK-6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7fef570524c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4765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153" name="SK-6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943b86507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36671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154" name="SK-6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94e9440a0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24930"/>
            <a:ext cx="4159002" cy="4813995"/>
          </a:xfrm>
          <a:prstGeom xmlns:a="http://schemas.openxmlformats.org/drawingml/2006/main" prst="rect">
            <a:avLst/>
          </a:prstGeom>
        </p:spPr>
      </p:pic>
      <p:pic>
        <p:nvPicPr>
          <p:cNvPr id="155" name="SK-6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3cd3edf8743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1964680"/>
            <a:ext cx="190500" cy="158651"/>
          </a:xfrm>
          <a:prstGeom xmlns:a="http://schemas.openxmlformats.org/drawingml/2006/main" prst="rect">
            <a:avLst/>
          </a:prstGeom>
        </p:spPr>
      </p:pic>
      <p:pic>
        <p:nvPicPr>
          <p:cNvPr id="156" name="SK-6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1bbb915eb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234505"/>
            <a:ext cx="3797052" cy="309563"/>
          </a:xfrm>
          <a:prstGeom xmlns:a="http://schemas.openxmlformats.org/drawingml/2006/main" prst="rect">
            <a:avLst/>
          </a:prstGeom>
        </p:spPr>
      </p:pic>
      <p:pic>
        <p:nvPicPr>
          <p:cNvPr id="157" name="SK-6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df219b094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316510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158" name="SK-6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ed2f52d5f4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601218"/>
            <a:ext cx="3797052" cy="309563"/>
          </a:xfrm>
          <a:prstGeom xmlns:a="http://schemas.openxmlformats.org/drawingml/2006/main" prst="rect">
            <a:avLst/>
          </a:prstGeom>
        </p:spPr>
      </p:pic>
      <p:pic>
        <p:nvPicPr>
          <p:cNvPr id="159" name="SK-6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bea4509c74a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683222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160" name="SK-6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2efac3c17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967930"/>
            <a:ext cx="3797052" cy="309563"/>
          </a:xfrm>
          <a:prstGeom xmlns:a="http://schemas.openxmlformats.org/drawingml/2006/main" prst="rect">
            <a:avLst/>
          </a:prstGeom>
        </p:spPr>
      </p:pic>
      <p:pic>
        <p:nvPicPr>
          <p:cNvPr id="161" name="SK-6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82399762b40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3049935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162" name="SK-6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1a28534f343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3334643"/>
            <a:ext cx="3797052" cy="309563"/>
          </a:xfrm>
          <a:prstGeom xmlns:a="http://schemas.openxmlformats.org/drawingml/2006/main" prst="rect">
            <a:avLst/>
          </a:prstGeom>
        </p:spPr>
      </p:pic>
      <p:pic>
        <p:nvPicPr>
          <p:cNvPr id="163" name="SK-6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300439aa643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3416647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164" name="SK-6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ee4badb36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3701355"/>
            <a:ext cx="3797052" cy="309563"/>
          </a:xfrm>
          <a:prstGeom xmlns:a="http://schemas.openxmlformats.org/drawingml/2006/main" prst="rect">
            <a:avLst/>
          </a:prstGeom>
        </p:spPr>
      </p:pic>
      <p:pic>
        <p:nvPicPr>
          <p:cNvPr id="165" name="SK-6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428e9ff624c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3782467"/>
            <a:ext cx="178594" cy="148828"/>
          </a:xfrm>
          <a:prstGeom xmlns:a="http://schemas.openxmlformats.org/drawingml/2006/main" prst="rect">
            <a:avLst/>
          </a:prstGeom>
        </p:spPr>
      </p:pic>
      <p:pic>
        <p:nvPicPr>
          <p:cNvPr id="166" name="SK-6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7419286134d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0383" y="3751362"/>
            <a:ext cx="645319" cy="209550"/>
          </a:xfrm>
          <a:prstGeom xmlns:a="http://schemas.openxmlformats.org/drawingml/2006/main" prst="rect">
            <a:avLst/>
          </a:prstGeom>
        </p:spPr>
      </p:pic>
      <p:pic>
        <p:nvPicPr>
          <p:cNvPr id="167" name="SK-6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ea74b82eb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4677" y="3795713"/>
            <a:ext cx="142875" cy="120848"/>
          </a:xfrm>
          <a:prstGeom xmlns:a="http://schemas.openxmlformats.org/drawingml/2006/main" prst="rect">
            <a:avLst/>
          </a:prstGeom>
        </p:spPr>
      </p:pic>
      <p:pic>
        <p:nvPicPr>
          <p:cNvPr id="168" name="SK-6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54f4a6ff641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6296025"/>
            <a:ext cx="3797052" cy="238125"/>
          </a:xfrm>
          <a:prstGeom xmlns:a="http://schemas.openxmlformats.org/drawingml/2006/main" prst="rect">
            <a:avLst/>
          </a:prstGeom>
        </p:spPr>
      </p:pic>
      <p:pic>
        <p:nvPicPr>
          <p:cNvPr id="169" name="SK-6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4f367e7ec4d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6389638"/>
            <a:ext cx="142875" cy="119063"/>
          </a:xfrm>
          <a:prstGeom xmlns:a="http://schemas.openxmlformats.org/drawingml/2006/main" prst="rect">
            <a:avLst/>
          </a:prstGeom>
        </p:spPr>
      </p:pic>
      <p:pic>
        <p:nvPicPr>
          <p:cNvPr id="170" name="SK-6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1b566d576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2902" y="1824930"/>
            <a:ext cx="3119289" cy="4813995"/>
          </a:xfrm>
          <a:prstGeom xmlns:a="http://schemas.openxmlformats.org/drawingml/2006/main" prst="rect">
            <a:avLst/>
          </a:prstGeom>
        </p:spPr>
      </p:pic>
      <p:pic>
        <p:nvPicPr>
          <p:cNvPr id="171" name="SK-6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6d8c0fefe4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3877" y="1964680"/>
            <a:ext cx="190500" cy="158651"/>
          </a:xfrm>
          <a:prstGeom xmlns:a="http://schemas.openxmlformats.org/drawingml/2006/main" prst="rect">
            <a:avLst/>
          </a:prstGeom>
        </p:spPr>
      </p:pic>
      <p:pic>
        <p:nvPicPr>
          <p:cNvPr id="172" name="SK-6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0bc0f3f49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3877" y="2234505"/>
            <a:ext cx="2757339" cy="319088"/>
          </a:xfrm>
          <a:prstGeom xmlns:a="http://schemas.openxmlformats.org/drawingml/2006/main" prst="rect">
            <a:avLst/>
          </a:prstGeom>
        </p:spPr>
      </p:pic>
      <p:pic>
        <p:nvPicPr>
          <p:cNvPr id="173" name="SK-6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719239309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177" y="2322165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74" name="SK-6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471019ff04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1141" y="2282130"/>
            <a:ext cx="485775" cy="223838"/>
          </a:xfrm>
          <a:prstGeom xmlns:a="http://schemas.openxmlformats.org/drawingml/2006/main" prst="rect">
            <a:avLst/>
          </a:prstGeom>
        </p:spPr>
      </p:pic>
      <p:pic>
        <p:nvPicPr>
          <p:cNvPr id="175" name="SK-6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ec6ff695a4b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3877" y="2591693"/>
            <a:ext cx="2757339" cy="319088"/>
          </a:xfrm>
          <a:prstGeom xmlns:a="http://schemas.openxmlformats.org/drawingml/2006/main" prst="rect">
            <a:avLst/>
          </a:prstGeom>
        </p:spPr>
      </p:pic>
      <p:pic>
        <p:nvPicPr>
          <p:cNvPr id="176" name="SK-6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2b36fe60241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177" y="2679353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77" name="SK-6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3925ffd9144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2066" y="2639318"/>
            <a:ext cx="704850" cy="223838"/>
          </a:xfrm>
          <a:prstGeom xmlns:a="http://schemas.openxmlformats.org/drawingml/2006/main" prst="rect">
            <a:avLst/>
          </a:prstGeom>
        </p:spPr>
      </p:pic>
      <p:pic>
        <p:nvPicPr>
          <p:cNvPr id="178" name="SK-6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8730c022f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3877" y="2948880"/>
            <a:ext cx="2757339" cy="319088"/>
          </a:xfrm>
          <a:prstGeom xmlns:a="http://schemas.openxmlformats.org/drawingml/2006/main" prst="rect">
            <a:avLst/>
          </a:prstGeom>
        </p:spPr>
      </p:pic>
      <p:pic>
        <p:nvPicPr>
          <p:cNvPr id="179" name="SK-6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6bc5c4796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177" y="3036540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80" name="SK-6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c4293487d4b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0641" y="2996505"/>
            <a:ext cx="676275" cy="223838"/>
          </a:xfrm>
          <a:prstGeom xmlns:a="http://schemas.openxmlformats.org/drawingml/2006/main" prst="rect">
            <a:avLst/>
          </a:prstGeom>
        </p:spPr>
      </p:pic>
      <p:pic>
        <p:nvPicPr>
          <p:cNvPr id="181" name="SK-6-img-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b960d1e4145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3877" y="3306068"/>
            <a:ext cx="2757339" cy="319088"/>
          </a:xfrm>
          <a:prstGeom xmlns:a="http://schemas.openxmlformats.org/drawingml/2006/main" prst="rect">
            <a:avLst/>
          </a:prstGeom>
        </p:spPr>
      </p:pic>
      <p:pic>
        <p:nvPicPr>
          <p:cNvPr id="182" name="SK-6-img-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e8bdb40f5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177" y="3393728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83" name="SK-6-img-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159778aef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7291" y="3353693"/>
            <a:ext cx="809625" cy="223838"/>
          </a:xfrm>
          <a:prstGeom xmlns:a="http://schemas.openxmlformats.org/drawingml/2006/main" prst="rect">
            <a:avLst/>
          </a:prstGeom>
        </p:spPr>
      </p:pic>
      <p:pic>
        <p:nvPicPr>
          <p:cNvPr id="184" name="SK-6-img-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c4b7627c64d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3877" y="3663255"/>
            <a:ext cx="2757339" cy="319088"/>
          </a:xfrm>
          <a:prstGeom xmlns:a="http://schemas.openxmlformats.org/drawingml/2006/main" prst="rect">
            <a:avLst/>
          </a:prstGeom>
        </p:spPr>
      </p:pic>
      <p:pic>
        <p:nvPicPr>
          <p:cNvPr id="185" name="SK-6-img-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5cb086ee14e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177" y="3750915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86" name="SK-6-img-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62c2f78df4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78266" y="3710880"/>
            <a:ext cx="628650" cy="223838"/>
          </a:xfrm>
          <a:prstGeom xmlns:a="http://schemas.openxmlformats.org/drawingml/2006/main" prst="rect">
            <a:avLst/>
          </a:prstGeom>
        </p:spPr>
      </p:pic>
      <p:pic>
        <p:nvPicPr>
          <p:cNvPr id="187" name="SK-6-img-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225357f55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3877" y="4020443"/>
            <a:ext cx="2757339" cy="319088"/>
          </a:xfrm>
          <a:prstGeom xmlns:a="http://schemas.openxmlformats.org/drawingml/2006/main" prst="rect">
            <a:avLst/>
          </a:prstGeom>
        </p:spPr>
      </p:pic>
      <p:pic>
        <p:nvPicPr>
          <p:cNvPr id="188" name="SK-6-img-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fd7e4529e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177" y="4108103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89" name="SK-6-img-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d3b65a38941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2041" y="4068068"/>
            <a:ext cx="904875" cy="223838"/>
          </a:xfrm>
          <a:prstGeom xmlns:a="http://schemas.openxmlformats.org/drawingml/2006/main" prst="rect">
            <a:avLst/>
          </a:prstGeom>
        </p:spPr>
      </p:pic>
      <p:pic>
        <p:nvPicPr>
          <p:cNvPr id="190" name="SK-6-img-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e2ec7ec84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4591" y="1824930"/>
            <a:ext cx="3465909" cy="4813995"/>
          </a:xfrm>
          <a:prstGeom xmlns:a="http://schemas.openxmlformats.org/drawingml/2006/main" prst="rect">
            <a:avLst/>
          </a:prstGeom>
        </p:spPr>
      </p:pic>
      <p:pic>
        <p:nvPicPr>
          <p:cNvPr id="191" name="SK-6-img-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c4c5ec859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5566" y="1964680"/>
            <a:ext cx="190500" cy="158651"/>
          </a:xfrm>
          <a:prstGeom xmlns:a="http://schemas.openxmlformats.org/drawingml/2006/main" prst="rect">
            <a:avLst/>
          </a:prstGeom>
        </p:spPr>
      </p:pic>
      <p:pic>
        <p:nvPicPr>
          <p:cNvPr id="192" name="SK-6-img-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b2e39fb1147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5566" y="2234505"/>
            <a:ext cx="3103959" cy="798165"/>
          </a:xfrm>
          <a:prstGeom xmlns:a="http://schemas.openxmlformats.org/drawingml/2006/main" prst="rect">
            <a:avLst/>
          </a:prstGeom>
        </p:spPr>
      </p:pic>
      <p:pic>
        <p:nvPicPr>
          <p:cNvPr id="193" name="SK-6-img-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3c17e24af4b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6141" y="2622054"/>
            <a:ext cx="154781" cy="128885"/>
          </a:xfrm>
          <a:prstGeom xmlns:a="http://schemas.openxmlformats.org/drawingml/2006/main" prst="rect">
            <a:avLst/>
          </a:prstGeom>
        </p:spPr>
      </p:pic>
      <p:pic>
        <p:nvPicPr>
          <p:cNvPr id="194" name="SK-6-img-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1179dc1db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5566" y="3108871"/>
            <a:ext cx="3103959" cy="798165"/>
          </a:xfrm>
          <a:prstGeom xmlns:a="http://schemas.openxmlformats.org/drawingml/2006/main" prst="rect">
            <a:avLst/>
          </a:prstGeom>
        </p:spPr>
      </p:pic>
      <p:pic>
        <p:nvPicPr>
          <p:cNvPr id="195" name="SK-6-img-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dddebdac345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8491" y="3496419"/>
            <a:ext cx="154781" cy="128885"/>
          </a:xfrm>
          <a:prstGeom xmlns:a="http://schemas.openxmlformats.org/drawingml/2006/main" prst="rect">
            <a:avLst/>
          </a:prstGeom>
        </p:spPr>
      </p:pic>
      <p:pic>
        <p:nvPicPr>
          <p:cNvPr id="196" name="SK-6-img-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f315286db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5566" y="3983236"/>
            <a:ext cx="3103959" cy="798165"/>
          </a:xfrm>
          <a:prstGeom xmlns:a="http://schemas.openxmlformats.org/drawingml/2006/main" prst="rect">
            <a:avLst/>
          </a:prstGeom>
        </p:spPr>
      </p:pic>
      <p:pic>
        <p:nvPicPr>
          <p:cNvPr id="197" name="SK-6-img-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5f982d5224d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5641" y="4370784"/>
            <a:ext cx="154781" cy="128885"/>
          </a:xfrm>
          <a:prstGeom xmlns:a="http://schemas.openxmlformats.org/drawingml/2006/main" prst="rect">
            <a:avLst/>
          </a:prstGeom>
        </p:spPr>
      </p:pic>
      <p:pic>
        <p:nvPicPr>
          <p:cNvPr id="198" name="SK-6-img-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729d73e0546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5566" y="4857601"/>
            <a:ext cx="3103959" cy="798165"/>
          </a:xfrm>
          <a:prstGeom xmlns:a="http://schemas.openxmlformats.org/drawingml/2006/main" prst="rect">
            <a:avLst/>
          </a:prstGeom>
        </p:spPr>
      </p:pic>
      <p:pic>
        <p:nvPicPr>
          <p:cNvPr id="199" name="SK-6-img-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875ff88164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11916" y="5192167"/>
            <a:ext cx="238125" cy="198388"/>
          </a:xfrm>
          <a:prstGeom xmlns:a="http://schemas.openxmlformats.org/drawingml/2006/main" prst="rect">
            <a:avLst/>
          </a:prstGeom>
        </p:spPr>
      </p:pic>
      <p:pic>
        <p:nvPicPr>
          <p:cNvPr id="200" name="SK-6-img-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5a383f53b49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5566" y="5731966"/>
            <a:ext cx="3103959" cy="798165"/>
          </a:xfrm>
          <a:prstGeom xmlns:a="http://schemas.openxmlformats.org/drawingml/2006/main" prst="rect">
            <a:avLst/>
          </a:prstGeom>
        </p:spPr>
      </p:pic>
      <p:pic>
        <p:nvPicPr>
          <p:cNvPr id="201" name="SK-6-img-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5010cb9464b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8491" y="6119515"/>
            <a:ext cx="154781" cy="128885"/>
          </a:xfrm>
          <a:prstGeom xmlns:a="http://schemas.openxmlformats.org/drawingml/2006/main" prst="rect">
            <a:avLst/>
          </a:prstGeom>
        </p:spPr>
      </p:pic>
      <p:sp>
        <p:nvSpPr>
          <p:cNvPr id="54" name="SK-6-text-53">
            <a:extLst xmlns:a="http://schemas.openxmlformats.org/drawingml/2006/main">
              <a:ext uri="{FF2B5EF4-FFF2-40B4-BE49-F238E27FC236}">
                <a16:creationId xmlns:a16="http://schemas.microsoft.com/office/drawing/2014/main" id="{7987F94B-62A4-4781-BF5F-D3A71E5F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55" name="SK-6-text-54">
            <a:extLst xmlns:a="http://schemas.openxmlformats.org/drawingml/2006/main">
              <a:ext uri="{FF2B5EF4-FFF2-40B4-BE49-F238E27FC236}">
                <a16:creationId xmlns:a16="http://schemas.microsoft.com/office/drawing/2014/main" id="{4163F9F4-0853-4E78-A711-0E5CFA8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77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App Prototype: Prepare the System Before the Patient Arrives</a:t>
            </a:r>
            <a:endParaRPr sz="2550"/>
          </a:p>
        </p:txBody>
      </p:sp>
      <p:sp>
        <p:nvSpPr>
          <p:cNvPr id="56" name="SK-6-text-55">
            <a:extLst xmlns:a="http://schemas.openxmlformats.org/drawingml/2006/main">
              <a:ext uri="{FF2B5EF4-FFF2-40B4-BE49-F238E27FC236}">
                <a16:creationId xmlns:a16="http://schemas.microsoft.com/office/drawing/2014/main" id="{D89DC4C7-2B9D-4274-B721-3427B2EB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488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Operational command center for readiness signals, departmental worklists, and coordination efficiency</a:t>
            </a:r>
            <a:endParaRPr sz="1350"/>
          </a:p>
        </p:txBody>
      </p:sp>
      <p:sp>
        <p:nvSpPr>
          <p:cNvPr id="57" name="SK-6-text-56">
            <a:extLst xmlns:a="http://schemas.openxmlformats.org/drawingml/2006/main">
              <a:ext uri="{FF2B5EF4-FFF2-40B4-BE49-F238E27FC236}">
                <a16:creationId xmlns:a16="http://schemas.microsoft.com/office/drawing/2014/main" id="{2CACF80C-C61E-4F6F-ACC1-8364B301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929705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Operations Command Center</a:t>
            </a:r>
            <a:endParaRPr sz="1200"/>
          </a:p>
        </p:txBody>
      </p:sp>
      <p:sp>
        <p:nvSpPr>
          <p:cNvPr id="58" name="SK-6-text-57">
            <a:extLst xmlns:a="http://schemas.openxmlformats.org/drawingml/2006/main">
              <a:ext uri="{FF2B5EF4-FFF2-40B4-BE49-F238E27FC236}">
                <a16:creationId xmlns:a16="http://schemas.microsoft.com/office/drawing/2014/main" id="{B9B6E9D8-40AD-45C9-8187-F8FF513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9" y="2282130"/>
            <a:ext cx="30861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Patient readiness</a:t>
            </a:r>
            <a:endParaRPr sz="1125"/>
          </a:p>
        </p:txBody>
      </p:sp>
      <p:sp>
        <p:nvSpPr>
          <p:cNvPr id="59" name="SK-6-text-58">
            <a:extLst xmlns:a="http://schemas.openxmlformats.org/drawingml/2006/main">
              <a:ext uri="{FF2B5EF4-FFF2-40B4-BE49-F238E27FC236}">
                <a16:creationId xmlns:a16="http://schemas.microsoft.com/office/drawing/2014/main" id="{72FCB1DF-85C8-40BE-8B3F-15D99BA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477" y="2282130"/>
            <a:ext cx="29337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LIVE · 3 signals</a:t>
            </a:r>
            <a:endParaRPr sz="1125"/>
          </a:p>
        </p:txBody>
      </p:sp>
      <p:sp>
        <p:nvSpPr>
          <p:cNvPr id="60" name="SK-6-text-59">
            <a:extLst xmlns:a="http://schemas.openxmlformats.org/drawingml/2006/main">
              <a:ext uri="{FF2B5EF4-FFF2-40B4-BE49-F238E27FC236}">
                <a16:creationId xmlns:a16="http://schemas.microsoft.com/office/drawing/2014/main" id="{4837852E-F802-4D15-9587-D346E62F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9" y="2648843"/>
            <a:ext cx="25717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Queue position</a:t>
            </a:r>
            <a:endParaRPr sz="1125"/>
          </a:p>
        </p:txBody>
      </p:sp>
      <p:sp>
        <p:nvSpPr>
          <p:cNvPr id="61" name="SK-6-text-60">
            <a:extLst xmlns:a="http://schemas.openxmlformats.org/drawingml/2006/main">
              <a:ext uri="{FF2B5EF4-FFF2-40B4-BE49-F238E27FC236}">
                <a16:creationId xmlns:a16="http://schemas.microsoft.com/office/drawing/2014/main" id="{E3283D77-36D1-47C0-8F7E-D0015C37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027" y="2648843"/>
            <a:ext cx="25908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#2 · ~12 min</a:t>
            </a:r>
            <a:endParaRPr sz="1125"/>
          </a:p>
        </p:txBody>
      </p:sp>
      <p:sp>
        <p:nvSpPr>
          <p:cNvPr id="62" name="SK-6-text-61">
            <a:extLst xmlns:a="http://schemas.openxmlformats.org/drawingml/2006/main">
              <a:ext uri="{FF2B5EF4-FFF2-40B4-BE49-F238E27FC236}">
                <a16:creationId xmlns:a16="http://schemas.microsoft.com/office/drawing/2014/main" id="{2D761C75-2451-4DFE-A9E8-BEBB5650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9" y="3015555"/>
            <a:ext cx="34290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Department capacity</a:t>
            </a:r>
            <a:endParaRPr sz="1125"/>
          </a:p>
        </p:txBody>
      </p:sp>
      <p:sp>
        <p:nvSpPr>
          <p:cNvPr id="63" name="SK-6-text-62">
            <a:extLst xmlns:a="http://schemas.openxmlformats.org/drawingml/2006/main">
              <a:ext uri="{FF2B5EF4-FFF2-40B4-BE49-F238E27FC236}">
                <a16:creationId xmlns:a16="http://schemas.microsoft.com/office/drawing/2014/main" id="{84D7BD56-F61A-4532-920B-A5E75A1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77" y="3015555"/>
            <a:ext cx="20193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Admit: 78%</a:t>
            </a:r>
            <a:endParaRPr sz="1125"/>
          </a:p>
        </p:txBody>
      </p:sp>
      <p:sp>
        <p:nvSpPr>
          <p:cNvPr id="64" name="SK-6-text-63">
            <a:extLst xmlns:a="http://schemas.openxmlformats.org/drawingml/2006/main">
              <a:ext uri="{FF2B5EF4-FFF2-40B4-BE49-F238E27FC236}">
                <a16:creationId xmlns:a16="http://schemas.microsoft.com/office/drawing/2014/main" id="{C7711438-908A-4123-ABC4-B5928B6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9" y="3382268"/>
            <a:ext cx="27432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Agent readiness</a:t>
            </a:r>
            <a:endParaRPr sz="1125"/>
          </a:p>
        </p:txBody>
      </p:sp>
      <p:sp>
        <p:nvSpPr>
          <p:cNvPr id="65" name="SK-6-text-64">
            <a:extLst xmlns:a="http://schemas.openxmlformats.org/drawingml/2006/main">
              <a:ext uri="{FF2B5EF4-FFF2-40B4-BE49-F238E27FC236}">
                <a16:creationId xmlns:a16="http://schemas.microsoft.com/office/drawing/2014/main" id="{27336A9A-3860-4331-B595-2521B993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527" y="3382268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All active</a:t>
            </a:r>
            <a:endParaRPr sz="1125"/>
          </a:p>
        </p:txBody>
      </p:sp>
      <p:sp>
        <p:nvSpPr>
          <p:cNvPr id="66" name="SK-6-text-65">
            <a:extLst xmlns:a="http://schemas.openxmlformats.org/drawingml/2006/main">
              <a:ext uri="{FF2B5EF4-FFF2-40B4-BE49-F238E27FC236}">
                <a16:creationId xmlns:a16="http://schemas.microsoft.com/office/drawing/2014/main" id="{CE1404A7-9F1F-424B-BF16-5279AB8F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4" y="3748980"/>
            <a:ext cx="27432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Exception queue</a:t>
            </a:r>
            <a:endParaRPr sz="1125"/>
          </a:p>
        </p:txBody>
      </p:sp>
      <p:sp>
        <p:nvSpPr>
          <p:cNvPr id="67" name="SK-6-text-66">
            <a:extLst xmlns:a="http://schemas.openxmlformats.org/drawingml/2006/main">
              <a:ext uri="{FF2B5EF4-FFF2-40B4-BE49-F238E27FC236}">
                <a16:creationId xmlns:a16="http://schemas.microsoft.com/office/drawing/2014/main" id="{E3497A60-433F-4F12-8AC3-81DC389D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702" y="3751362"/>
            <a:ext cx="80772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>
                <a:solidFill>
                  <a:srgbClr val="991B1B"/>
                </a:solidFill>
              </a:rPr>
              <a:t>2 flags</a:t>
            </a:r>
            <a:endParaRPr sz="900"/>
          </a:p>
        </p:txBody>
      </p:sp>
      <p:sp>
        <p:nvSpPr>
          <p:cNvPr id="68" name="SK-6-text-67">
            <a:extLst xmlns:a="http://schemas.openxmlformats.org/drawingml/2006/main">
              <a:ext uri="{FF2B5EF4-FFF2-40B4-BE49-F238E27FC236}">
                <a16:creationId xmlns:a16="http://schemas.microsoft.com/office/drawing/2014/main" id="{2C562655-309D-4956-83FC-CDD2DAB6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05550"/>
            <a:ext cx="7726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>
                <a:solidFill>
                  <a:srgbClr val="64748B"/>
                </a:solidFill>
              </a:rPr>
              <a:t> Pre-arrival preparation signals active for next 20 min</a:t>
            </a:r>
            <a:endParaRPr sz="900"/>
          </a:p>
        </p:txBody>
      </p:sp>
      <p:sp>
        <p:nvSpPr>
          <p:cNvPr id="69" name="SK-6-text-68">
            <a:extLst xmlns:a="http://schemas.openxmlformats.org/drawingml/2006/main">
              <a:ext uri="{FF2B5EF4-FFF2-40B4-BE49-F238E27FC236}">
                <a16:creationId xmlns:a16="http://schemas.microsoft.com/office/drawing/2014/main" id="{7FBF5AF9-E87E-4929-B269-F13ED47C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627" y="1929705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Department Worklists</a:t>
            </a:r>
            <a:endParaRPr sz="1200"/>
          </a:p>
        </p:txBody>
      </p:sp>
      <p:sp>
        <p:nvSpPr>
          <p:cNvPr id="70" name="SK-6-text-69">
            <a:extLst xmlns:a="http://schemas.openxmlformats.org/drawingml/2006/main">
              <a:ext uri="{FF2B5EF4-FFF2-40B4-BE49-F238E27FC236}">
                <a16:creationId xmlns:a16="http://schemas.microsoft.com/office/drawing/2014/main" id="{8334F8D1-851E-4730-AA25-B709A1C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771" y="2286893"/>
            <a:ext cx="17145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Admission</a:t>
            </a:r>
            <a:endParaRPr sz="1125"/>
          </a:p>
        </p:txBody>
      </p:sp>
      <p:sp>
        <p:nvSpPr>
          <p:cNvPr id="71" name="SK-6-text-70">
            <a:extLst xmlns:a="http://schemas.openxmlformats.org/drawingml/2006/main">
              <a:ext uri="{FF2B5EF4-FFF2-40B4-BE49-F238E27FC236}">
                <a16:creationId xmlns:a16="http://schemas.microsoft.com/office/drawing/2014/main" id="{E43609E7-D46E-4DEA-AC0A-6C0663C0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341" y="2282130"/>
            <a:ext cx="586068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65F46"/>
                </a:solidFill>
              </a:rPr>
              <a:t>Ready</a:t>
            </a:r>
            <a:endParaRPr sz="975"/>
          </a:p>
        </p:txBody>
      </p:sp>
      <p:sp>
        <p:nvSpPr>
          <p:cNvPr id="72" name="SK-6-text-71">
            <a:extLst xmlns:a="http://schemas.openxmlformats.org/drawingml/2006/main">
              <a:ext uri="{FF2B5EF4-FFF2-40B4-BE49-F238E27FC236}">
                <a16:creationId xmlns:a16="http://schemas.microsoft.com/office/drawing/2014/main" id="{EC5D7749-AD45-46AD-85F0-824BFED9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771" y="2644080"/>
            <a:ext cx="18859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Scheduling</a:t>
            </a:r>
            <a:endParaRPr sz="1125"/>
          </a:p>
        </p:txBody>
      </p:sp>
      <p:sp>
        <p:nvSpPr>
          <p:cNvPr id="73" name="SK-6-text-72">
            <a:extLst xmlns:a="http://schemas.openxmlformats.org/drawingml/2006/main">
              <a:ext uri="{FF2B5EF4-FFF2-40B4-BE49-F238E27FC236}">
                <a16:creationId xmlns:a16="http://schemas.microsoft.com/office/drawing/2014/main" id="{E4288F3D-ED96-4C22-A17E-FF9A76C0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66" y="2639318"/>
            <a:ext cx="1124362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1E40AF"/>
                </a:solidFill>
              </a:rPr>
              <a:t>Confirmed</a:t>
            </a:r>
            <a:endParaRPr sz="975"/>
          </a:p>
        </p:txBody>
      </p:sp>
      <p:sp>
        <p:nvSpPr>
          <p:cNvPr id="74" name="SK-6-text-73">
            <a:extLst xmlns:a="http://schemas.openxmlformats.org/drawingml/2006/main">
              <a:ext uri="{FF2B5EF4-FFF2-40B4-BE49-F238E27FC236}">
                <a16:creationId xmlns:a16="http://schemas.microsoft.com/office/drawing/2014/main" id="{9A8C105F-86C0-4838-BA47-CAACD78F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771" y="3001268"/>
            <a:ext cx="13716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Nursing</a:t>
            </a:r>
            <a:endParaRPr sz="1125"/>
          </a:p>
        </p:txBody>
      </p:sp>
      <p:sp>
        <p:nvSpPr>
          <p:cNvPr id="75" name="SK-6-text-74">
            <a:extLst xmlns:a="http://schemas.openxmlformats.org/drawingml/2006/main">
              <a:ext uri="{FF2B5EF4-FFF2-40B4-BE49-F238E27FC236}">
                <a16:creationId xmlns:a16="http://schemas.microsoft.com/office/drawing/2014/main" id="{789EB805-D7D1-430A-8AF3-A1C4BE43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841" y="2996505"/>
            <a:ext cx="1112144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92400E"/>
                </a:solidFill>
              </a:rPr>
              <a:t>Preparing</a:t>
            </a:r>
            <a:endParaRPr sz="975"/>
          </a:p>
        </p:txBody>
      </p:sp>
      <p:sp>
        <p:nvSpPr>
          <p:cNvPr id="76" name="SK-6-text-75">
            <a:extLst xmlns:a="http://schemas.openxmlformats.org/drawingml/2006/main">
              <a:ext uri="{FF2B5EF4-FFF2-40B4-BE49-F238E27FC236}">
                <a16:creationId xmlns:a16="http://schemas.microsoft.com/office/drawing/2014/main" id="{9789FE16-752D-4A43-BA49-80E47B96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771" y="3358455"/>
            <a:ext cx="15430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Pharmacy</a:t>
            </a:r>
            <a:endParaRPr sz="1125"/>
          </a:p>
        </p:txBody>
      </p:sp>
      <p:sp>
        <p:nvSpPr>
          <p:cNvPr id="77" name="SK-6-text-76">
            <a:extLst xmlns:a="http://schemas.openxmlformats.org/drawingml/2006/main">
              <a:ext uri="{FF2B5EF4-FFF2-40B4-BE49-F238E27FC236}">
                <a16:creationId xmlns:a16="http://schemas.microsoft.com/office/drawing/2014/main" id="{1AEB5F8A-28AC-4F45-B981-54837CDD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491" y="3353693"/>
            <a:ext cx="1563848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65F46"/>
                </a:solidFill>
              </a:rPr>
              <a:t>Ready · 20m</a:t>
            </a:r>
            <a:endParaRPr sz="975"/>
          </a:p>
        </p:txBody>
      </p:sp>
      <p:sp>
        <p:nvSpPr>
          <p:cNvPr id="78" name="SK-6-text-77">
            <a:extLst xmlns:a="http://schemas.openxmlformats.org/drawingml/2006/main">
              <a:ext uri="{FF2B5EF4-FFF2-40B4-BE49-F238E27FC236}">
                <a16:creationId xmlns:a16="http://schemas.microsoft.com/office/drawing/2014/main" id="{8F00BA8E-B6CA-4E80-8978-585CF07B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771" y="3715643"/>
            <a:ext cx="24003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Physiotherapy</a:t>
            </a:r>
            <a:endParaRPr sz="1125"/>
          </a:p>
        </p:txBody>
      </p:sp>
      <p:sp>
        <p:nvSpPr>
          <p:cNvPr id="79" name="SK-6-text-78">
            <a:extLst xmlns:a="http://schemas.openxmlformats.org/drawingml/2006/main">
              <a:ext uri="{FF2B5EF4-FFF2-40B4-BE49-F238E27FC236}">
                <a16:creationId xmlns:a16="http://schemas.microsoft.com/office/drawing/2014/main" id="{68E0B636-D833-4911-B618-B313DE9D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466" y="3710880"/>
            <a:ext cx="1014268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1E40AF"/>
                </a:solidFill>
              </a:rPr>
              <a:t>Room 14</a:t>
            </a:r>
            <a:endParaRPr sz="975"/>
          </a:p>
        </p:txBody>
      </p:sp>
      <p:sp>
        <p:nvSpPr>
          <p:cNvPr id="80" name="SK-6-text-79">
            <a:extLst xmlns:a="http://schemas.openxmlformats.org/drawingml/2006/main">
              <a:ext uri="{FF2B5EF4-FFF2-40B4-BE49-F238E27FC236}">
                <a16:creationId xmlns:a16="http://schemas.microsoft.com/office/drawing/2014/main" id="{1C31EFF6-D096-46A5-9E36-3A77EC0E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771" y="4072830"/>
            <a:ext cx="29146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88"/>
              </a:lnSpc>
              <a:buNone/>
            </a:pPr>
            <a:r>
              <a:rPr sz="1125">
                <a:solidFill>
                  <a:srgbClr val="475569"/>
                </a:solidFill>
              </a:rPr>
              <a:t> Billing / Budget</a:t>
            </a:r>
            <a:endParaRPr sz="1125"/>
          </a:p>
        </p:txBody>
      </p:sp>
      <p:sp>
        <p:nvSpPr>
          <p:cNvPr id="81" name="SK-6-text-80">
            <a:extLst xmlns:a="http://schemas.openxmlformats.org/drawingml/2006/main">
              <a:ext uri="{FF2B5EF4-FFF2-40B4-BE49-F238E27FC236}">
                <a16:creationId xmlns:a16="http://schemas.microsoft.com/office/drawing/2014/main" id="{FD61A5FD-8830-49FD-9E34-A534B96F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241" y="4068068"/>
            <a:ext cx="1682536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92400E"/>
                </a:solidFill>
              </a:rPr>
              <a:t>Insurance chk</a:t>
            </a:r>
            <a:endParaRPr sz="975"/>
          </a:p>
        </p:txBody>
      </p:sp>
      <p:sp>
        <p:nvSpPr>
          <p:cNvPr id="82" name="SK-6-text-81">
            <a:extLst xmlns:a="http://schemas.openxmlformats.org/drawingml/2006/main">
              <a:ext uri="{FF2B5EF4-FFF2-40B4-BE49-F238E27FC236}">
                <a16:creationId xmlns:a16="http://schemas.microsoft.com/office/drawing/2014/main" id="{8735C5F2-0378-4A32-B8EA-EB153889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316" y="1929705"/>
            <a:ext cx="35706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Coordination &amp; Efficiency Metrics</a:t>
            </a:r>
            <a:endParaRPr sz="1200"/>
          </a:p>
        </p:txBody>
      </p:sp>
      <p:sp>
        <p:nvSpPr>
          <p:cNvPr id="83" name="SK-6-text-82">
            <a:extLst xmlns:a="http://schemas.openxmlformats.org/drawingml/2006/main">
              <a:ext uri="{FF2B5EF4-FFF2-40B4-BE49-F238E27FC236}">
                <a16:creationId xmlns:a16="http://schemas.microsoft.com/office/drawing/2014/main" id="{1770D822-B0A8-4D31-9077-2E6F6511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2291655"/>
            <a:ext cx="3742134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64748B"/>
                </a:solidFill>
              </a:rPr>
              <a:t>Time to named owner</a:t>
            </a:r>
            <a:endParaRPr sz="1050"/>
          </a:p>
        </p:txBody>
      </p:sp>
      <p:sp>
        <p:nvSpPr>
          <p:cNvPr id="84" name="SK-6-text-83">
            <a:extLst xmlns:a="http://schemas.openxmlformats.org/drawingml/2006/main">
              <a:ext uri="{FF2B5EF4-FFF2-40B4-BE49-F238E27FC236}">
                <a16:creationId xmlns:a16="http://schemas.microsoft.com/office/drawing/2014/main" id="{92EB76CA-D2A9-4DF1-BE03-63FEC802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2510730"/>
            <a:ext cx="2875359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9 min</a:t>
            </a:r>
            <a:endParaRPr sz="1500"/>
          </a:p>
        </p:txBody>
      </p:sp>
      <p:sp>
        <p:nvSpPr>
          <p:cNvPr id="85" name="SK-6-text-84">
            <a:extLst xmlns:a="http://schemas.openxmlformats.org/drawingml/2006/main">
              <a:ext uri="{FF2B5EF4-FFF2-40B4-BE49-F238E27FC236}">
                <a16:creationId xmlns:a16="http://schemas.microsoft.com/office/drawing/2014/main" id="{486C9BBC-F0FA-448A-9EC9-C61B78BD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2815530"/>
            <a:ext cx="300228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64748B"/>
                </a:solidFill>
              </a:rPr>
              <a:t>50 min synthetic baseline</a:t>
            </a:r>
            <a:endParaRPr sz="900"/>
          </a:p>
        </p:txBody>
      </p:sp>
      <p:sp>
        <p:nvSpPr>
          <p:cNvPr id="86" name="SK-6-text-85">
            <a:extLst xmlns:a="http://schemas.openxmlformats.org/drawingml/2006/main">
              <a:ext uri="{FF2B5EF4-FFF2-40B4-BE49-F238E27FC236}">
                <a16:creationId xmlns:a16="http://schemas.microsoft.com/office/drawing/2014/main" id="{016BA00E-0D17-49E9-97B5-5DAC8F8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3166021"/>
            <a:ext cx="311658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64748B"/>
                </a:solidFill>
              </a:rPr>
              <a:t>Simulated time saved</a:t>
            </a:r>
            <a:endParaRPr sz="1050"/>
          </a:p>
        </p:txBody>
      </p:sp>
      <p:sp>
        <p:nvSpPr>
          <p:cNvPr id="87" name="SK-6-text-86">
            <a:extLst xmlns:a="http://schemas.openxmlformats.org/drawingml/2006/main">
              <a:ext uri="{FF2B5EF4-FFF2-40B4-BE49-F238E27FC236}">
                <a16:creationId xmlns:a16="http://schemas.microsoft.com/office/drawing/2014/main" id="{7BF6A69B-DCF5-4D22-A621-A67A053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3385096"/>
            <a:ext cx="2875359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41 min</a:t>
            </a:r>
            <a:endParaRPr sz="1500"/>
          </a:p>
        </p:txBody>
      </p:sp>
      <p:sp>
        <p:nvSpPr>
          <p:cNvPr id="88" name="SK-6-text-87">
            <a:extLst xmlns:a="http://schemas.openxmlformats.org/drawingml/2006/main">
              <a:ext uri="{FF2B5EF4-FFF2-40B4-BE49-F238E27FC236}">
                <a16:creationId xmlns:a16="http://schemas.microsoft.com/office/drawing/2014/main" id="{C3E7C141-3AAC-4F2A-ACA3-A7E29099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3689896"/>
            <a:ext cx="295656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64748B"/>
                </a:solidFill>
              </a:rPr>
              <a:t>counterfactual simulation</a:t>
            </a:r>
            <a:endParaRPr sz="900"/>
          </a:p>
        </p:txBody>
      </p:sp>
      <p:sp>
        <p:nvSpPr>
          <p:cNvPr id="89" name="SK-6-text-88">
            <a:extLst xmlns:a="http://schemas.openxmlformats.org/drawingml/2006/main">
              <a:ext uri="{FF2B5EF4-FFF2-40B4-BE49-F238E27FC236}">
                <a16:creationId xmlns:a16="http://schemas.microsoft.com/office/drawing/2014/main" id="{6AB4E8E0-8DE5-4FE2-B599-1FCBFDBA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4040386"/>
            <a:ext cx="3742134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64748B"/>
                </a:solidFill>
              </a:rPr>
              <a:t>Safety evaluations</a:t>
            </a:r>
            <a:endParaRPr sz="1050"/>
          </a:p>
        </p:txBody>
      </p:sp>
      <p:sp>
        <p:nvSpPr>
          <p:cNvPr id="90" name="SK-6-text-89">
            <a:extLst xmlns:a="http://schemas.openxmlformats.org/drawingml/2006/main">
              <a:ext uri="{FF2B5EF4-FFF2-40B4-BE49-F238E27FC236}">
                <a16:creationId xmlns:a16="http://schemas.microsoft.com/office/drawing/2014/main" id="{A8B027B9-654D-424F-B8B7-3DEBCC08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4259461"/>
            <a:ext cx="2875359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8 / 8</a:t>
            </a:r>
            <a:endParaRPr sz="1500"/>
          </a:p>
        </p:txBody>
      </p:sp>
      <p:sp>
        <p:nvSpPr>
          <p:cNvPr id="91" name="SK-6-text-90">
            <a:extLst xmlns:a="http://schemas.openxmlformats.org/drawingml/2006/main">
              <a:ext uri="{FF2B5EF4-FFF2-40B4-BE49-F238E27FC236}">
                <a16:creationId xmlns:a16="http://schemas.microsoft.com/office/drawing/2014/main" id="{267F8580-13B6-4094-9CDE-1B4C10E3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4564261"/>
            <a:ext cx="2951559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64748B"/>
                </a:solidFill>
              </a:rPr>
              <a:t>all scenarios passed</a:t>
            </a:r>
            <a:endParaRPr sz="900"/>
          </a:p>
        </p:txBody>
      </p:sp>
      <p:sp>
        <p:nvSpPr>
          <p:cNvPr id="92" name="SK-6-text-91">
            <a:extLst xmlns:a="http://schemas.openxmlformats.org/drawingml/2006/main">
              <a:ext uri="{FF2B5EF4-FFF2-40B4-BE49-F238E27FC236}">
                <a16:creationId xmlns:a16="http://schemas.microsoft.com/office/drawing/2014/main" id="{DC9559E0-AF2B-4653-A8A7-2068D96A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4914751"/>
            <a:ext cx="295656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64748B"/>
                </a:solidFill>
              </a:rPr>
              <a:t>Test coverage</a:t>
            </a:r>
            <a:endParaRPr sz="1050"/>
          </a:p>
        </p:txBody>
      </p:sp>
      <p:sp>
        <p:nvSpPr>
          <p:cNvPr id="93" name="SK-6-text-92">
            <a:extLst xmlns:a="http://schemas.openxmlformats.org/drawingml/2006/main">
              <a:ext uri="{FF2B5EF4-FFF2-40B4-BE49-F238E27FC236}">
                <a16:creationId xmlns:a16="http://schemas.microsoft.com/office/drawing/2014/main" id="{66AF80B8-50B9-481E-BFA8-7E8F81E5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5133826"/>
            <a:ext cx="3742134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92%</a:t>
            </a:r>
            <a:endParaRPr sz="1500"/>
          </a:p>
        </p:txBody>
      </p:sp>
      <p:sp>
        <p:nvSpPr>
          <p:cNvPr id="94" name="SK-6-text-93">
            <a:extLst xmlns:a="http://schemas.openxmlformats.org/drawingml/2006/main">
              <a:ext uri="{FF2B5EF4-FFF2-40B4-BE49-F238E27FC236}">
                <a16:creationId xmlns:a16="http://schemas.microsoft.com/office/drawing/2014/main" id="{2A1DEB01-2B7D-4240-8E0B-83782BC9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5438626"/>
            <a:ext cx="2951559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64748B"/>
                </a:solidFill>
              </a:rPr>
              <a:t>66 automated tests</a:t>
            </a:r>
            <a:endParaRPr sz="900"/>
          </a:p>
        </p:txBody>
      </p:sp>
      <p:sp>
        <p:nvSpPr>
          <p:cNvPr id="95" name="SK-6-text-94">
            <a:extLst xmlns:a="http://schemas.openxmlformats.org/drawingml/2006/main">
              <a:ext uri="{FF2B5EF4-FFF2-40B4-BE49-F238E27FC236}">
                <a16:creationId xmlns:a16="http://schemas.microsoft.com/office/drawing/2014/main" id="{6776F835-06BC-415C-8176-8923DC08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5789116"/>
            <a:ext cx="2951559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64748B"/>
                </a:solidFill>
              </a:rPr>
              <a:t>Unsafe action escapes</a:t>
            </a:r>
            <a:endParaRPr sz="1050"/>
          </a:p>
        </p:txBody>
      </p:sp>
      <p:sp>
        <p:nvSpPr>
          <p:cNvPr id="96" name="SK-6-text-95">
            <a:extLst xmlns:a="http://schemas.openxmlformats.org/drawingml/2006/main">
              <a:ext uri="{FF2B5EF4-FFF2-40B4-BE49-F238E27FC236}">
                <a16:creationId xmlns:a16="http://schemas.microsoft.com/office/drawing/2014/main" id="{F70C3D00-0020-455E-8741-6E4FEA7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6008191"/>
            <a:ext cx="2875359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0 / 8</a:t>
            </a:r>
            <a:endParaRPr sz="1500"/>
          </a:p>
        </p:txBody>
      </p:sp>
      <p:sp>
        <p:nvSpPr>
          <p:cNvPr id="97" name="SK-6-text-96">
            <a:extLst xmlns:a="http://schemas.openxmlformats.org/drawingml/2006/main">
              <a:ext uri="{FF2B5EF4-FFF2-40B4-BE49-F238E27FC236}">
                <a16:creationId xmlns:a16="http://schemas.microsoft.com/office/drawing/2014/main" id="{C37FE494-A0DA-4003-ADF8-75BDB4AB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66" y="6312991"/>
            <a:ext cx="336804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64748B"/>
                </a:solidFill>
              </a:rPr>
              <a:t>adversarial safety suite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78151209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0777a4a649474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SK-7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f5528bb8149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2" name="SK-7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9c882d41f4e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3" name="SK-7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a9be9e56a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44" name="SK-7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495f46aa34e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45" name="SK-7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327fd70164c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06798"/>
            <a:ext cx="228600" cy="209550"/>
          </a:xfrm>
          <a:prstGeom xmlns:a="http://schemas.openxmlformats.org/drawingml/2006/main" prst="rect">
            <a:avLst/>
          </a:prstGeom>
        </p:spPr>
      </p:pic>
      <p:pic>
        <p:nvPicPr>
          <p:cNvPr id="46" name="SK-7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e993b1aee4f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814292"/>
            <a:ext cx="5214938" cy="642938"/>
          </a:xfrm>
          <a:prstGeom xmlns:a="http://schemas.openxmlformats.org/drawingml/2006/main" prst="rect">
            <a:avLst/>
          </a:prstGeom>
        </p:spPr>
      </p:pic>
      <p:pic>
        <p:nvPicPr>
          <p:cNvPr id="47" name="SK-7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6d8f1b7c947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4962376"/>
            <a:ext cx="178594" cy="148828"/>
          </a:xfrm>
          <a:prstGeom xmlns:a="http://schemas.openxmlformats.org/drawingml/2006/main" prst="rect">
            <a:avLst/>
          </a:prstGeom>
        </p:spPr>
      </p:pic>
      <p:pic>
        <p:nvPicPr>
          <p:cNvPr id="48" name="SK-7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5db381ef44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1238" y="1950690"/>
            <a:ext cx="9525" cy="4488210"/>
          </a:xfrm>
          <a:prstGeom xmlns:a="http://schemas.openxmlformats.org/drawingml/2006/main" prst="rect">
            <a:avLst/>
          </a:prstGeom>
        </p:spPr>
      </p:pic>
      <p:pic>
        <p:nvPicPr>
          <p:cNvPr id="49" name="SK-7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14fc6f1d1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5563" y="2006798"/>
            <a:ext cx="228600" cy="209550"/>
          </a:xfrm>
          <a:prstGeom xmlns:a="http://schemas.openxmlformats.org/drawingml/2006/main" prst="rect">
            <a:avLst/>
          </a:prstGeom>
        </p:spPr>
      </p:pic>
      <p:pic>
        <p:nvPicPr>
          <p:cNvPr id="50" name="SK-7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463a088364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5563" y="4814292"/>
            <a:ext cx="5214938" cy="642938"/>
          </a:xfrm>
          <a:prstGeom xmlns:a="http://schemas.openxmlformats.org/drawingml/2006/main" prst="rect">
            <a:avLst/>
          </a:prstGeom>
        </p:spPr>
      </p:pic>
      <p:pic>
        <p:nvPicPr>
          <p:cNvPr id="51" name="SK-7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454b815a24b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6538" y="4962376"/>
            <a:ext cx="178594" cy="148828"/>
          </a:xfrm>
          <a:prstGeom xmlns:a="http://schemas.openxmlformats.org/drawingml/2006/main" prst="rect">
            <a:avLst/>
          </a:prstGeom>
        </p:spPr>
      </p:pic>
      <p:sp>
        <p:nvSpPr>
          <p:cNvPr id="13" name="SK-7-text-12">
            <a:extLst xmlns:a="http://schemas.openxmlformats.org/drawingml/2006/main">
              <a:ext uri="{FF2B5EF4-FFF2-40B4-BE49-F238E27FC236}">
                <a16:creationId xmlns:a16="http://schemas.microsoft.com/office/drawing/2014/main" id="{6CFD57A4-E532-4C48-A277-1215825D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14" name="SK-7-text-13">
            <a:extLst xmlns:a="http://schemas.openxmlformats.org/drawingml/2006/main">
              <a:ext uri="{FF2B5EF4-FFF2-40B4-BE49-F238E27FC236}">
                <a16:creationId xmlns:a16="http://schemas.microsoft.com/office/drawing/2014/main" id="{6470E034-557C-43E7-AD33-B4CFC52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431905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Two-Agent Operating Model</a:t>
            </a:r>
            <a:endParaRPr sz="2550"/>
          </a:p>
        </p:txBody>
      </p:sp>
      <p:sp>
        <p:nvSpPr>
          <p:cNvPr id="15" name="SK-7-text-14">
            <a:extLst xmlns:a="http://schemas.openxmlformats.org/drawingml/2006/main">
              <a:ext uri="{FF2B5EF4-FFF2-40B4-BE49-F238E27FC236}">
                <a16:creationId xmlns:a16="http://schemas.microsoft.com/office/drawing/2014/main" id="{B83D285B-4E0F-427E-AAE8-96C1BCC3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964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The Patient Agent manages personal logistics and accessibility, while the Hospital Orchestrator allocates resources and coordinates specialized agents without overriding clinical authority.</a:t>
            </a:r>
            <a:endParaRPr sz="1350"/>
          </a:p>
        </p:txBody>
      </p:sp>
      <p:sp>
        <p:nvSpPr>
          <p:cNvPr id="16" name="SK-7-text-15">
            <a:extLst xmlns:a="http://schemas.openxmlformats.org/drawingml/2006/main">
              <a:ext uri="{FF2B5EF4-FFF2-40B4-BE49-F238E27FC236}">
                <a16:creationId xmlns:a16="http://schemas.microsoft.com/office/drawing/2014/main" id="{3822B3F3-83DF-42B3-B453-22370E01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0690"/>
            <a:ext cx="3987165" cy="3219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535"/>
              </a:lnSpc>
              <a:buNone/>
            </a:pPr>
            <a:r>
              <a:rPr sz="19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Agent</a:t>
            </a:r>
            <a:endParaRPr sz="1950"/>
          </a:p>
        </p:txBody>
      </p:sp>
      <p:sp>
        <p:nvSpPr>
          <p:cNvPr id="17" name="SK-7-text-16">
            <a:extLst xmlns:a="http://schemas.openxmlformats.org/drawingml/2006/main">
              <a:ext uri="{FF2B5EF4-FFF2-40B4-BE49-F238E27FC236}">
                <a16:creationId xmlns:a16="http://schemas.microsoft.com/office/drawing/2014/main" id="{E8E5A9CD-2F05-4DAD-8120-5F5674E4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4055"/>
            <a:ext cx="8565558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64748B"/>
                </a:solidFill>
              </a:rPr>
              <a:t>Personal logistics coordinator on the patient's phone</a:t>
            </a:r>
            <a:endParaRPr sz="1125"/>
          </a:p>
        </p:txBody>
      </p:sp>
      <p:sp>
        <p:nvSpPr>
          <p:cNvPr id="18" name="SK-7-text-17">
            <a:extLst xmlns:a="http://schemas.openxmlformats.org/drawingml/2006/main">
              <a:ext uri="{FF2B5EF4-FFF2-40B4-BE49-F238E27FC236}">
                <a16:creationId xmlns:a16="http://schemas.microsoft.com/office/drawing/2014/main" id="{FC84D063-A29F-4DDA-A84E-36E912ED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5530"/>
            <a:ext cx="4872038" cy="4694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Receives intent, accessibility needs, location readiness, appointment state, and relevant history</a:t>
            </a:r>
            <a:endParaRPr sz="1275"/>
          </a:p>
        </p:txBody>
      </p:sp>
      <p:sp>
        <p:nvSpPr>
          <p:cNvPr id="19" name="SK-7-text-18">
            <a:extLst xmlns:a="http://schemas.openxmlformats.org/drawingml/2006/main">
              <a:ext uri="{FF2B5EF4-FFF2-40B4-BE49-F238E27FC236}">
                <a16:creationId xmlns:a16="http://schemas.microsoft.com/office/drawing/2014/main" id="{71BE48A2-871C-44BC-B17F-BB39D261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8284"/>
            <a:ext cx="9520702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Chooses the next coordination action for the patient</a:t>
            </a:r>
            <a:endParaRPr sz="1275"/>
          </a:p>
        </p:txBody>
      </p:sp>
      <p:sp>
        <p:nvSpPr>
          <p:cNvPr id="20" name="SK-7-text-19">
            <a:extLst xmlns:a="http://schemas.openxmlformats.org/drawingml/2006/main">
              <a:ext uri="{FF2B5EF4-FFF2-40B4-BE49-F238E27FC236}">
                <a16:creationId xmlns:a16="http://schemas.microsoft.com/office/drawing/2014/main" id="{A166C923-129D-4370-8E38-226B4503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6336"/>
            <a:ext cx="4872038" cy="4694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Opens a time-limited context with the required hospital or departmental agent</a:t>
            </a:r>
            <a:endParaRPr sz="1275"/>
          </a:p>
        </p:txBody>
      </p:sp>
      <p:sp>
        <p:nvSpPr>
          <p:cNvPr id="21" name="SK-7-text-20">
            <a:extLst xmlns:a="http://schemas.openxmlformats.org/drawingml/2006/main">
              <a:ext uri="{FF2B5EF4-FFF2-40B4-BE49-F238E27FC236}">
                <a16:creationId xmlns:a16="http://schemas.microsoft.com/office/drawing/2014/main" id="{F7A9B17D-AB66-477F-A24C-58A9855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090"/>
            <a:ext cx="8431501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Confirms outcomes back in warm, plain language</a:t>
            </a:r>
            <a:endParaRPr sz="1275"/>
          </a:p>
        </p:txBody>
      </p:sp>
      <p:sp>
        <p:nvSpPr>
          <p:cNvPr id="22" name="SK-7-text-21">
            <a:extLst xmlns:a="http://schemas.openxmlformats.org/drawingml/2006/main">
              <a:ext uri="{FF2B5EF4-FFF2-40B4-BE49-F238E27FC236}">
                <a16:creationId xmlns:a16="http://schemas.microsoft.com/office/drawing/2014/main" id="{E9ACCED4-63F6-46A9-817D-C5F81E7F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9" y="4814292"/>
            <a:ext cx="4910138" cy="642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31"/>
              </a:lnSpc>
              <a:buNone/>
            </a:pPr>
            <a:r>
              <a:rPr sz="1125">
                <a:solidFill>
                  <a:srgbClr val="475569"/>
                </a:solidFill>
              </a:rPr>
              <a:t> Keeps the patient mobile, informed, and supported — the single coordination contact across all hospitals.</a:t>
            </a:r>
            <a:endParaRPr sz="1125"/>
          </a:p>
        </p:txBody>
      </p:sp>
      <p:sp>
        <p:nvSpPr>
          <p:cNvPr id="23" name="SK-7-text-22">
            <a:extLst xmlns:a="http://schemas.openxmlformats.org/drawingml/2006/main">
              <a:ext uri="{FF2B5EF4-FFF2-40B4-BE49-F238E27FC236}">
                <a16:creationId xmlns:a16="http://schemas.microsoft.com/office/drawing/2014/main" id="{2339486B-CFA8-451B-AB55-87E89DE9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1950690"/>
            <a:ext cx="5443538" cy="3219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535"/>
              </a:lnSpc>
              <a:buNone/>
            </a:pPr>
            <a:r>
              <a:rPr sz="19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Orchestrator</a:t>
            </a:r>
            <a:endParaRPr sz="1950"/>
          </a:p>
        </p:txBody>
      </p:sp>
      <p:sp>
        <p:nvSpPr>
          <p:cNvPr id="24" name="SK-7-text-23">
            <a:extLst xmlns:a="http://schemas.openxmlformats.org/drawingml/2006/main">
              <a:ext uri="{FF2B5EF4-FFF2-40B4-BE49-F238E27FC236}">
                <a16:creationId xmlns:a16="http://schemas.microsoft.com/office/drawing/2014/main" id="{2E42E9C2-01B5-4181-B33A-F2200836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2444055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64748B"/>
                </a:solidFill>
              </a:rPr>
              <a:t>Internal coordination hub for one hospital</a:t>
            </a:r>
            <a:endParaRPr sz="1125"/>
          </a:p>
        </p:txBody>
      </p:sp>
      <p:sp>
        <p:nvSpPr>
          <p:cNvPr id="25" name="SK-7-text-24">
            <a:extLst xmlns:a="http://schemas.openxmlformats.org/drawingml/2006/main">
              <a:ext uri="{FF2B5EF4-FFF2-40B4-BE49-F238E27FC236}">
                <a16:creationId xmlns:a16="http://schemas.microsoft.com/office/drawing/2014/main" id="{37A24B7E-609E-4443-A030-E41A647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2815530"/>
            <a:ext cx="4872038" cy="4694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Receives requests uniformly, whether from internal workflows or external patient agents</a:t>
            </a:r>
            <a:endParaRPr sz="1275"/>
          </a:p>
        </p:txBody>
      </p:sp>
      <p:sp>
        <p:nvSpPr>
          <p:cNvPr id="26" name="SK-7-text-25">
            <a:extLst xmlns:a="http://schemas.openxmlformats.org/drawingml/2006/main">
              <a:ext uri="{FF2B5EF4-FFF2-40B4-BE49-F238E27FC236}">
                <a16:creationId xmlns:a16="http://schemas.microsoft.com/office/drawing/2014/main" id="{1213D9D9-5F42-4766-B762-712514D2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418284"/>
            <a:ext cx="5443538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Selects the right departments and specialized agents</a:t>
            </a:r>
            <a:endParaRPr sz="1275"/>
          </a:p>
        </p:txBody>
      </p:sp>
      <p:sp>
        <p:nvSpPr>
          <p:cNvPr id="27" name="SK-7-text-26">
            <a:extLst xmlns:a="http://schemas.openxmlformats.org/drawingml/2006/main">
              <a:ext uri="{FF2B5EF4-FFF2-40B4-BE49-F238E27FC236}">
                <a16:creationId xmlns:a16="http://schemas.microsoft.com/office/drawing/2014/main" id="{346064E0-4888-4B8C-9D07-7FD4AA82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786336"/>
            <a:ext cx="4872038" cy="4694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Allocates attention and resources based on patient readiness and hospital state</a:t>
            </a:r>
            <a:endParaRPr sz="1275"/>
          </a:p>
        </p:txBody>
      </p:sp>
      <p:sp>
        <p:nvSpPr>
          <p:cNvPr id="28" name="SK-7-text-27">
            <a:extLst xmlns:a="http://schemas.openxmlformats.org/drawingml/2006/main">
              <a:ext uri="{FF2B5EF4-FFF2-40B4-BE49-F238E27FC236}">
                <a16:creationId xmlns:a16="http://schemas.microsoft.com/office/drawing/2014/main" id="{B76911D6-0E6D-4FE5-906E-093569E4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4389090"/>
            <a:ext cx="5443538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Sends back only the operational status the patient needs</a:t>
            </a:r>
            <a:endParaRPr sz="1275"/>
          </a:p>
        </p:txBody>
      </p:sp>
      <p:sp>
        <p:nvSpPr>
          <p:cNvPr id="29" name="SK-7-text-28">
            <a:extLst xmlns:a="http://schemas.openxmlformats.org/drawingml/2006/main">
              <a:ext uri="{FF2B5EF4-FFF2-40B4-BE49-F238E27FC236}">
                <a16:creationId xmlns:a16="http://schemas.microsoft.com/office/drawing/2014/main" id="{6C07445A-A817-4E18-BEA6-6408C038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131" y="4814292"/>
            <a:ext cx="4910138" cy="642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31"/>
              </a:lnSpc>
              <a:buNone/>
            </a:pPr>
            <a:r>
              <a:rPr sz="1125">
                <a:solidFill>
                  <a:srgbClr val="475569"/>
                </a:solidFill>
              </a:rPr>
              <a:t> Prepares the right teams and resources in parallel — anticipating arrival and reducing idle time.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46470655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ae630e8f0844b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SK-8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0eceaa39940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2" name="SK-8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12129b1774b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3" name="SK-8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32c24aabf4e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54" name="SK-8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76f9f42b346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55" name="SK-8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ebfcd65ee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17315"/>
            <a:ext cx="11049000" cy="3288060"/>
          </a:xfrm>
          <a:prstGeom xmlns:a="http://schemas.openxmlformats.org/drawingml/2006/main" prst="rect">
            <a:avLst/>
          </a:prstGeom>
        </p:spPr>
      </p:pic>
      <p:pic>
        <p:nvPicPr>
          <p:cNvPr id="56" name="SK-8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ed7b60afb4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2280196"/>
            <a:ext cx="5133975" cy="670322"/>
          </a:xfrm>
          <a:prstGeom xmlns:a="http://schemas.openxmlformats.org/drawingml/2006/main" prst="rect">
            <a:avLst/>
          </a:prstGeom>
        </p:spPr>
      </p:pic>
      <p:pic>
        <p:nvPicPr>
          <p:cNvPr id="57" name="SK-8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57187bae94d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2280196"/>
            <a:ext cx="5133975" cy="670322"/>
          </a:xfrm>
          <a:prstGeom xmlns:a="http://schemas.openxmlformats.org/drawingml/2006/main" prst="rect">
            <a:avLst/>
          </a:prstGeom>
        </p:spPr>
      </p:pic>
      <p:pic>
        <p:nvPicPr>
          <p:cNvPr id="58" name="SK-8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08d1b10284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3064818"/>
            <a:ext cx="5133975" cy="670322"/>
          </a:xfrm>
          <a:prstGeom xmlns:a="http://schemas.openxmlformats.org/drawingml/2006/main" prst="rect">
            <a:avLst/>
          </a:prstGeom>
        </p:spPr>
      </p:pic>
      <p:pic>
        <p:nvPicPr>
          <p:cNvPr id="59" name="SK-8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91c82020b4e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3064818"/>
            <a:ext cx="5133975" cy="670322"/>
          </a:xfrm>
          <a:prstGeom xmlns:a="http://schemas.openxmlformats.org/drawingml/2006/main" prst="rect">
            <a:avLst/>
          </a:prstGeom>
        </p:spPr>
      </p:pic>
      <p:pic>
        <p:nvPicPr>
          <p:cNvPr id="60" name="SK-8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7fe967e0b49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3849439"/>
            <a:ext cx="5133975" cy="670322"/>
          </a:xfrm>
          <a:prstGeom xmlns:a="http://schemas.openxmlformats.org/drawingml/2006/main" prst="rect">
            <a:avLst/>
          </a:prstGeom>
        </p:spPr>
      </p:pic>
      <p:pic>
        <p:nvPicPr>
          <p:cNvPr id="61" name="SK-8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f5787882e48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3849439"/>
            <a:ext cx="5133975" cy="670322"/>
          </a:xfrm>
          <a:prstGeom xmlns:a="http://schemas.openxmlformats.org/drawingml/2006/main" prst="rect">
            <a:avLst/>
          </a:prstGeom>
        </p:spPr>
      </p:pic>
      <p:pic>
        <p:nvPicPr>
          <p:cNvPr id="62" name="SK-8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1e0a83273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095875"/>
            <a:ext cx="11049000" cy="628650"/>
          </a:xfrm>
          <a:prstGeom xmlns:a="http://schemas.openxmlformats.org/drawingml/2006/main" prst="rect">
            <a:avLst/>
          </a:prstGeom>
        </p:spPr>
      </p:pic>
      <p:pic>
        <p:nvPicPr>
          <p:cNvPr id="63" name="SK-8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976a83f5c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5307062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64" name="SK-8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f47ff18ed46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915025"/>
            <a:ext cx="11049000" cy="523875"/>
          </a:xfrm>
          <a:prstGeom xmlns:a="http://schemas.openxmlformats.org/drawingml/2006/main" prst="rect">
            <a:avLst/>
          </a:prstGeom>
        </p:spPr>
      </p:pic>
      <p:pic>
        <p:nvPicPr>
          <p:cNvPr id="65" name="SK-8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d519bd95148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6038850"/>
            <a:ext cx="897731" cy="276225"/>
          </a:xfrm>
          <a:prstGeom xmlns:a="http://schemas.openxmlformats.org/drawingml/2006/main" prst="rect">
            <a:avLst/>
          </a:prstGeom>
        </p:spPr>
      </p:pic>
      <p:sp>
        <p:nvSpPr>
          <p:cNvPr id="17" name="SK-8-text-16">
            <a:extLst xmlns:a="http://schemas.openxmlformats.org/drawingml/2006/main">
              <a:ext uri="{FF2B5EF4-FFF2-40B4-BE49-F238E27FC236}">
                <a16:creationId xmlns:a16="http://schemas.microsoft.com/office/drawing/2014/main" id="{7CF13EE3-0590-4C5F-B4E3-FCC191F6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18" name="SK-8-text-17">
            <a:extLst xmlns:a="http://schemas.openxmlformats.org/drawingml/2006/main">
              <a:ext uri="{FF2B5EF4-FFF2-40B4-BE49-F238E27FC236}">
                <a16:creationId xmlns:a16="http://schemas.microsoft.com/office/drawing/2014/main" id="{059E9A4A-8EAB-414D-92A3-DC0A124A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Asynchronous Coordination: Both Sides Move in Parallel</a:t>
            </a:r>
            <a:endParaRPr sz="2550"/>
          </a:p>
        </p:txBody>
      </p:sp>
      <p:sp>
        <p:nvSpPr>
          <p:cNvPr id="19" name="SK-8-text-18">
            <a:extLst xmlns:a="http://schemas.openxmlformats.org/drawingml/2006/main">
              <a:ext uri="{FF2B5EF4-FFF2-40B4-BE49-F238E27FC236}">
                <a16:creationId xmlns:a16="http://schemas.microsoft.com/office/drawing/2014/main" id="{84D21866-A124-4C04-9617-546FB6E1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964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Signals are emitted for meaningful actions — neither patient nor department waits synchronously.</a:t>
            </a:r>
            <a:endParaRPr sz="1350"/>
          </a:p>
        </p:txBody>
      </p:sp>
      <p:sp>
        <p:nvSpPr>
          <p:cNvPr id="20" name="SK-8-text-19">
            <a:extLst xmlns:a="http://schemas.openxmlformats.org/drawingml/2006/main">
              <a:ext uri="{FF2B5EF4-FFF2-40B4-BE49-F238E27FC236}">
                <a16:creationId xmlns:a16="http://schemas.microsoft.com/office/drawing/2014/main" id="{6131AEE4-C611-46CA-87A5-FB913A9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55440"/>
            <a:ext cx="1060132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Example flow: cafeteria → physiotherapy</a:t>
            </a:r>
            <a:endParaRPr sz="1650"/>
          </a:p>
        </p:txBody>
      </p:sp>
      <p:sp>
        <p:nvSpPr>
          <p:cNvPr id="21" name="SK-8-text-20">
            <a:extLst xmlns:a="http://schemas.openxmlformats.org/drawingml/2006/main">
              <a:ext uri="{FF2B5EF4-FFF2-40B4-BE49-F238E27FC236}">
                <a16:creationId xmlns:a16="http://schemas.microsoft.com/office/drawing/2014/main" id="{E96B6986-2F28-4EDD-8643-3CDE113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4496"/>
            <a:ext cx="428625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1</a:t>
            </a:r>
            <a:endParaRPr sz="1350"/>
          </a:p>
        </p:txBody>
      </p:sp>
      <p:sp>
        <p:nvSpPr>
          <p:cNvPr id="22" name="SK-8-text-21">
            <a:extLst xmlns:a="http://schemas.openxmlformats.org/drawingml/2006/main">
              <a:ext uri="{FF2B5EF4-FFF2-40B4-BE49-F238E27FC236}">
                <a16:creationId xmlns:a16="http://schemas.microsoft.com/office/drawing/2014/main" id="{17B0E5BE-8C44-4027-855D-085A00B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94496"/>
            <a:ext cx="449580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Patient states intent:</a:t>
            </a:r>
            <a:r>
              <a:rPr sz="1200">
                <a:solidFill>
                  <a:srgbClr val="475569"/>
                </a:solidFill>
              </a:rPr>
              <a:t> “I am leaving the cafeteria and can reach physiotherapy in 12 minutes.”</a:t>
            </a:r>
            <a:endParaRPr sz="1200"/>
          </a:p>
        </p:txBody>
      </p:sp>
      <p:sp>
        <p:nvSpPr>
          <p:cNvPr id="23" name="SK-8-text-22">
            <a:extLst xmlns:a="http://schemas.openxmlformats.org/drawingml/2006/main">
              <a:ext uri="{FF2B5EF4-FFF2-40B4-BE49-F238E27FC236}">
                <a16:creationId xmlns:a16="http://schemas.microsoft.com/office/drawing/2014/main" id="{75CFB117-B8C9-4C49-8453-66E08E9A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94496"/>
            <a:ext cx="428625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2</a:t>
            </a:r>
            <a:endParaRPr sz="1350"/>
          </a:p>
        </p:txBody>
      </p:sp>
      <p:sp>
        <p:nvSpPr>
          <p:cNvPr id="24" name="SK-8-text-23">
            <a:extLst xmlns:a="http://schemas.openxmlformats.org/drawingml/2006/main">
              <a:ext uri="{FF2B5EF4-FFF2-40B4-BE49-F238E27FC236}">
                <a16:creationId xmlns:a16="http://schemas.microsoft.com/office/drawing/2014/main" id="{E43B5C37-34D0-4C85-83B5-12B91541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94496"/>
            <a:ext cx="449580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Patient Agent shares:</a:t>
            </a:r>
            <a:r>
              <a:rPr sz="1200">
                <a:solidFill>
                  <a:srgbClr val="475569"/>
                </a:solidFill>
              </a:rPr>
              <a:t> estimated arrival, accessibility needs, appointment identifier, and routing request.</a:t>
            </a:r>
            <a:endParaRPr sz="1200"/>
          </a:p>
        </p:txBody>
      </p:sp>
      <p:sp>
        <p:nvSpPr>
          <p:cNvPr id="25" name="SK-8-text-24">
            <a:extLst xmlns:a="http://schemas.openxmlformats.org/drawingml/2006/main">
              <a:ext uri="{FF2B5EF4-FFF2-40B4-BE49-F238E27FC236}">
                <a16:creationId xmlns:a16="http://schemas.microsoft.com/office/drawing/2014/main" id="{4EEB8749-828C-4325-B818-548B2A8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79118"/>
            <a:ext cx="428625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3</a:t>
            </a:r>
            <a:endParaRPr sz="1350"/>
          </a:p>
        </p:txBody>
      </p:sp>
      <p:sp>
        <p:nvSpPr>
          <p:cNvPr id="26" name="SK-8-text-25">
            <a:extLst xmlns:a="http://schemas.openxmlformats.org/drawingml/2006/main">
              <a:ext uri="{FF2B5EF4-FFF2-40B4-BE49-F238E27FC236}">
                <a16:creationId xmlns:a16="http://schemas.microsoft.com/office/drawing/2014/main" id="{1380E614-8727-48B3-A641-94B66CC3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79118"/>
            <a:ext cx="449580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Hospital Orchestrator checks:</a:t>
            </a:r>
            <a:r>
              <a:rPr sz="1200">
                <a:solidFill>
                  <a:srgbClr val="475569"/>
                </a:solidFill>
              </a:rPr>
              <a:t> therapist, room, queue, and transport readiness.</a:t>
            </a:r>
            <a:endParaRPr sz="1200"/>
          </a:p>
        </p:txBody>
      </p:sp>
      <p:sp>
        <p:nvSpPr>
          <p:cNvPr id="27" name="SK-8-text-26">
            <a:extLst xmlns:a="http://schemas.openxmlformats.org/drawingml/2006/main">
              <a:ext uri="{FF2B5EF4-FFF2-40B4-BE49-F238E27FC236}">
                <a16:creationId xmlns:a16="http://schemas.microsoft.com/office/drawing/2014/main" id="{C150D817-773D-4DB9-A757-5C5FD926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79118"/>
            <a:ext cx="428625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4</a:t>
            </a:r>
            <a:endParaRPr sz="1350"/>
          </a:p>
        </p:txBody>
      </p:sp>
      <p:sp>
        <p:nvSpPr>
          <p:cNvPr id="28" name="SK-8-text-27">
            <a:extLst xmlns:a="http://schemas.openxmlformats.org/drawingml/2006/main">
              <a:ext uri="{FF2B5EF4-FFF2-40B4-BE49-F238E27FC236}">
                <a16:creationId xmlns:a16="http://schemas.microsoft.com/office/drawing/2014/main" id="{AC7AB6F4-B65D-4677-AA05-12F31DA4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79118"/>
            <a:ext cx="5476875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Physiotherapy agent prepares</a:t>
            </a:r>
            <a:r>
              <a:rPr sz="1200">
                <a:solidFill>
                  <a:srgbClr val="475569"/>
                </a:solidFill>
              </a:rPr>
              <a:t> the slot and returns a readiness status.</a:t>
            </a:r>
            <a:endParaRPr sz="1200"/>
          </a:p>
        </p:txBody>
      </p:sp>
      <p:sp>
        <p:nvSpPr>
          <p:cNvPr id="29" name="SK-8-text-28">
            <a:extLst xmlns:a="http://schemas.openxmlformats.org/drawingml/2006/main">
              <a:ext uri="{FF2B5EF4-FFF2-40B4-BE49-F238E27FC236}">
                <a16:creationId xmlns:a16="http://schemas.microsoft.com/office/drawing/2014/main" id="{31C19F2E-F0D6-420B-8EF3-788A61D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3739"/>
            <a:ext cx="428625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5</a:t>
            </a:r>
            <a:endParaRPr sz="1350"/>
          </a:p>
        </p:txBody>
      </p:sp>
      <p:sp>
        <p:nvSpPr>
          <p:cNvPr id="30" name="SK-8-text-29">
            <a:extLst xmlns:a="http://schemas.openxmlformats.org/drawingml/2006/main">
              <a:ext uri="{FF2B5EF4-FFF2-40B4-BE49-F238E27FC236}">
                <a16:creationId xmlns:a16="http://schemas.microsoft.com/office/drawing/2014/main" id="{2A12C1E0-F5D2-4C0B-A903-1FB651DB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3739"/>
            <a:ext cx="449580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Patient receives:</a:t>
            </a:r>
            <a:r>
              <a:rPr sz="1200">
                <a:solidFill>
                  <a:srgbClr val="475569"/>
                </a:solidFill>
              </a:rPr>
              <a:t> “Please head to Level 2, Room 14. The therapist is ready.”</a:t>
            </a:r>
            <a:endParaRPr sz="1200"/>
          </a:p>
        </p:txBody>
      </p:sp>
      <p:sp>
        <p:nvSpPr>
          <p:cNvPr id="31" name="SK-8-text-30">
            <a:extLst xmlns:a="http://schemas.openxmlformats.org/drawingml/2006/main">
              <a:ext uri="{FF2B5EF4-FFF2-40B4-BE49-F238E27FC236}">
                <a16:creationId xmlns:a16="http://schemas.microsoft.com/office/drawing/2014/main" id="{3B21C8EE-66FF-4530-A784-A26FA544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63739"/>
            <a:ext cx="428625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6</a:t>
            </a:r>
            <a:endParaRPr sz="1350"/>
          </a:p>
        </p:txBody>
      </p:sp>
      <p:sp>
        <p:nvSpPr>
          <p:cNvPr id="32" name="SK-8-text-31">
            <a:extLst xmlns:a="http://schemas.openxmlformats.org/drawingml/2006/main">
              <a:ext uri="{FF2B5EF4-FFF2-40B4-BE49-F238E27FC236}">
                <a16:creationId xmlns:a16="http://schemas.microsoft.com/office/drawing/2014/main" id="{D8B53FD4-C6C8-4C34-ADBA-5549C5C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63739"/>
            <a:ext cx="449580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If department is delayed:</a:t>
            </a:r>
            <a:r>
              <a:rPr sz="1200">
                <a:solidFill>
                  <a:srgbClr val="475569"/>
                </a:solidFill>
              </a:rPr>
              <a:t> patient receives a proactive alternative window instead of waiting in place.</a:t>
            </a:r>
            <a:endParaRPr sz="1200"/>
          </a:p>
        </p:txBody>
      </p:sp>
      <p:sp>
        <p:nvSpPr>
          <p:cNvPr id="33" name="SK-8-text-32">
            <a:extLst xmlns:a="http://schemas.openxmlformats.org/drawingml/2006/main">
              <a:ext uri="{FF2B5EF4-FFF2-40B4-BE49-F238E27FC236}">
                <a16:creationId xmlns:a16="http://schemas.microsoft.com/office/drawing/2014/main" id="{CC03EE07-7E2C-4A67-B8BF-E4E36F04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290245"/>
            <a:ext cx="10963275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Operational rule: </a:t>
            </a: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neither side waits synchronously</a:t>
            </a:r>
            <a:r>
              <a:rPr sz="1350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 for the other. Signals are emitted when a meaningful action is possible.</a:t>
            </a:r>
            <a:endParaRPr sz="1350"/>
          </a:p>
        </p:txBody>
      </p:sp>
      <p:sp>
        <p:nvSpPr>
          <p:cNvPr id="34" name="SK-8-text-33">
            <a:extLst xmlns:a="http://schemas.openxmlformats.org/drawingml/2006/main">
              <a:ext uri="{FF2B5EF4-FFF2-40B4-BE49-F238E27FC236}">
                <a16:creationId xmlns:a16="http://schemas.microsoft.com/office/drawing/2014/main" id="{0690FDC2-B3DD-452F-9DEE-A0ADA43F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038850"/>
            <a:ext cx="1084708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 b="1" spc="17">
                <a:solidFill>
                  <a:srgbClr val="0D9488"/>
                </a:solidFill>
                <a:latin typeface="Inter"/>
                <a:ea typeface="Inter"/>
                <a:cs typeface="Inter"/>
              </a:rPr>
              <a:t>PARALLEL</a:t>
            </a:r>
            <a:endParaRPr sz="1050"/>
          </a:p>
        </p:txBody>
      </p:sp>
      <p:sp>
        <p:nvSpPr>
          <p:cNvPr id="35" name="SK-8-text-34">
            <a:extLst xmlns:a="http://schemas.openxmlformats.org/drawingml/2006/main">
              <a:ext uri="{FF2B5EF4-FFF2-40B4-BE49-F238E27FC236}">
                <a16:creationId xmlns:a16="http://schemas.microsoft.com/office/drawing/2014/main" id="{7DD6642C-63B5-477E-BF0E-CDC34467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556" y="6070253"/>
            <a:ext cx="10408444" cy="21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Both sides move in parallel — patient and hospital coordinate without blocking each other.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4692420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ad27637b60643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SK-9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1148bfe7f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0" name="SK-9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747304a424a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1" name="SK-9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b95c4b803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048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92" name="SK-9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f336624794a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4238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93" name="SK-9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8e04ec8d7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98290"/>
            <a:ext cx="5429250" cy="3097560"/>
          </a:xfrm>
          <a:prstGeom xmlns:a="http://schemas.openxmlformats.org/drawingml/2006/main" prst="rect">
            <a:avLst/>
          </a:prstGeom>
        </p:spPr>
      </p:pic>
      <p:pic>
        <p:nvPicPr>
          <p:cNvPr id="94" name="SK-9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52db65f1c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059632"/>
            <a:ext cx="190500" cy="149572"/>
          </a:xfrm>
          <a:prstGeom xmlns:a="http://schemas.openxmlformats.org/drawingml/2006/main" prst="rect">
            <a:avLst/>
          </a:prstGeom>
        </p:spPr>
      </p:pic>
      <p:pic>
        <p:nvPicPr>
          <p:cNvPr id="95" name="SK-9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26617a09e48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404021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96" name="SK-9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af7f25da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739182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97" name="SK-9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37eb6234e4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074343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98" name="SK-9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b71108eb84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409504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99" name="SK-9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932c161454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744664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100" name="SK-9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13fcf33e24a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798290"/>
            <a:ext cx="5429250" cy="3097560"/>
          </a:xfrm>
          <a:prstGeom xmlns:a="http://schemas.openxmlformats.org/drawingml/2006/main" prst="rect">
            <a:avLst/>
          </a:prstGeom>
        </p:spPr>
      </p:pic>
      <p:pic>
        <p:nvPicPr>
          <p:cNvPr id="101" name="SK-9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68c1617ca49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2059632"/>
            <a:ext cx="190500" cy="149572"/>
          </a:xfrm>
          <a:prstGeom xmlns:a="http://schemas.openxmlformats.org/drawingml/2006/main" prst="rect">
            <a:avLst/>
          </a:prstGeom>
        </p:spPr>
      </p:pic>
      <p:pic>
        <p:nvPicPr>
          <p:cNvPr id="102" name="SK-9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61e6db5884c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2404021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103" name="SK-9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fd0ea848d4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2739182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104" name="SK-9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ea247d91b42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3074343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105" name="SK-9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40f90b85f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3409504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106" name="SK-9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87ae2e3de40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3744664"/>
            <a:ext cx="190500" cy="142875"/>
          </a:xfrm>
          <a:prstGeom xmlns:a="http://schemas.openxmlformats.org/drawingml/2006/main" prst="rect">
            <a:avLst/>
          </a:prstGeom>
        </p:spPr>
      </p:pic>
      <p:pic>
        <p:nvPicPr>
          <p:cNvPr id="107" name="SK-9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8c87afa9f4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086350"/>
            <a:ext cx="7315200" cy="1428750"/>
          </a:xfrm>
          <a:prstGeom xmlns:a="http://schemas.openxmlformats.org/drawingml/2006/main" prst="rect">
            <a:avLst/>
          </a:prstGeom>
        </p:spPr>
      </p:pic>
      <p:pic>
        <p:nvPicPr>
          <p:cNvPr id="108" name="SK-9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4645ea15142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5428506"/>
            <a:ext cx="214313" cy="175320"/>
          </a:xfrm>
          <a:prstGeom xmlns:a="http://schemas.openxmlformats.org/drawingml/2006/main" prst="rect">
            <a:avLst/>
          </a:prstGeom>
        </p:spPr>
      </p:pic>
      <p:pic>
        <p:nvPicPr>
          <p:cNvPr id="109" name="SK-9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e98501a2d4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5600700"/>
            <a:ext cx="1881187" cy="268486"/>
          </a:xfrm>
          <a:prstGeom xmlns:a="http://schemas.openxmlformats.org/drawingml/2006/main" prst="rect">
            <a:avLst/>
          </a:prstGeom>
        </p:spPr>
      </p:pic>
      <p:pic>
        <p:nvPicPr>
          <p:cNvPr id="110" name="SK-9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ca5bc4c06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5804743"/>
            <a:ext cx="166688" cy="138857"/>
          </a:xfrm>
          <a:prstGeom xmlns:a="http://schemas.openxmlformats.org/drawingml/2006/main" prst="rect">
            <a:avLst/>
          </a:prstGeom>
        </p:spPr>
      </p:pic>
      <p:pic>
        <p:nvPicPr>
          <p:cNvPr id="111" name="SK-9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b87868dbf4e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2738" y="5600700"/>
            <a:ext cx="1481138" cy="268486"/>
          </a:xfrm>
          <a:prstGeom xmlns:a="http://schemas.openxmlformats.org/drawingml/2006/main" prst="rect">
            <a:avLst/>
          </a:prstGeom>
        </p:spPr>
      </p:pic>
      <p:pic>
        <p:nvPicPr>
          <p:cNvPr id="112" name="SK-9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94a036ebc4b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76563" y="5804743"/>
            <a:ext cx="166688" cy="138857"/>
          </a:xfrm>
          <a:prstGeom xmlns:a="http://schemas.openxmlformats.org/drawingml/2006/main" prst="rect">
            <a:avLst/>
          </a:prstGeom>
        </p:spPr>
      </p:pic>
      <p:pic>
        <p:nvPicPr>
          <p:cNvPr id="113" name="SK-9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f033763c4d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3900" y="5600700"/>
            <a:ext cx="2357438" cy="268486"/>
          </a:xfrm>
          <a:prstGeom xmlns:a="http://schemas.openxmlformats.org/drawingml/2006/main" prst="rect">
            <a:avLst/>
          </a:prstGeom>
        </p:spPr>
      </p:pic>
      <p:pic>
        <p:nvPicPr>
          <p:cNvPr id="114" name="SK-9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18e34e91045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7725" y="5804743"/>
            <a:ext cx="166688" cy="138857"/>
          </a:xfrm>
          <a:prstGeom xmlns:a="http://schemas.openxmlformats.org/drawingml/2006/main" prst="rect">
            <a:avLst/>
          </a:prstGeom>
        </p:spPr>
      </p:pic>
      <p:pic>
        <p:nvPicPr>
          <p:cNvPr id="115" name="SK-9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5ce26e09644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5945386"/>
            <a:ext cx="2319338" cy="268486"/>
          </a:xfrm>
          <a:prstGeom xmlns:a="http://schemas.openxmlformats.org/drawingml/2006/main" prst="rect">
            <a:avLst/>
          </a:prstGeom>
        </p:spPr>
      </p:pic>
      <p:pic>
        <p:nvPicPr>
          <p:cNvPr id="116" name="SK-9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42c4a236843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6149429"/>
            <a:ext cx="166688" cy="138857"/>
          </a:xfrm>
          <a:prstGeom xmlns:a="http://schemas.openxmlformats.org/drawingml/2006/main" prst="rect">
            <a:avLst/>
          </a:prstGeom>
        </p:spPr>
      </p:pic>
      <p:pic>
        <p:nvPicPr>
          <p:cNvPr id="117" name="SK-9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59fd32aba4f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90888" y="5945386"/>
            <a:ext cx="2519363" cy="268486"/>
          </a:xfrm>
          <a:prstGeom xmlns:a="http://schemas.openxmlformats.org/drawingml/2006/main" prst="rect">
            <a:avLst/>
          </a:prstGeom>
        </p:spPr>
      </p:pic>
      <p:pic>
        <p:nvPicPr>
          <p:cNvPr id="118" name="SK-9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9eb0e67ef47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4713" y="6149429"/>
            <a:ext cx="166688" cy="138857"/>
          </a:xfrm>
          <a:prstGeom xmlns:a="http://schemas.openxmlformats.org/drawingml/2006/main" prst="rect">
            <a:avLst/>
          </a:prstGeom>
        </p:spPr>
      </p:pic>
      <p:pic>
        <p:nvPicPr>
          <p:cNvPr id="119" name="SK-9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00ca6a29047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5086350"/>
            <a:ext cx="3543300" cy="1428750"/>
          </a:xfrm>
          <a:prstGeom xmlns:a="http://schemas.openxmlformats.org/drawingml/2006/main" prst="rect">
            <a:avLst/>
          </a:prstGeom>
        </p:spPr>
      </p:pic>
      <p:pic>
        <p:nvPicPr>
          <p:cNvPr id="120" name="SK-9-img-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61a62f1da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7225" y="5394127"/>
            <a:ext cx="190500" cy="152400"/>
          </a:xfrm>
          <a:prstGeom xmlns:a="http://schemas.openxmlformats.org/drawingml/2006/main" prst="rect">
            <a:avLst/>
          </a:prstGeom>
        </p:spPr>
      </p:pic>
      <p:sp>
        <p:nvSpPr>
          <p:cNvPr id="34" name="SK-9-text-33">
            <a:extLst xmlns:a="http://schemas.openxmlformats.org/drawingml/2006/main">
              <a:ext uri="{FF2B5EF4-FFF2-40B4-BE49-F238E27FC236}">
                <a16:creationId xmlns:a16="http://schemas.microsoft.com/office/drawing/2014/main" id="{A2BC6193-D5F8-4C63-917A-E777EDE4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5" name="SK-9-text-34">
            <a:extLst xmlns:a="http://schemas.openxmlformats.org/drawingml/2006/main">
              <a:ext uri="{FF2B5EF4-FFF2-40B4-BE49-F238E27FC236}">
                <a16:creationId xmlns:a16="http://schemas.microsoft.com/office/drawing/2014/main" id="{C4C011BB-16CE-4E94-B912-A3F6B8EE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Privacy by Design: Contextual, Minimum-Necessary Sharing</a:t>
            </a:r>
            <a:endParaRPr sz="2550"/>
          </a:p>
        </p:txBody>
      </p:sp>
      <p:sp>
        <p:nvSpPr>
          <p:cNvPr id="36" name="SK-9-text-35">
            <a:extLst xmlns:a="http://schemas.openxmlformats.org/drawingml/2006/main">
              <a:ext uri="{FF2B5EF4-FFF2-40B4-BE49-F238E27FC236}">
                <a16:creationId xmlns:a16="http://schemas.microsoft.com/office/drawing/2014/main" id="{B3A70269-1F7B-479B-9C20-B49D82AF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534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Only task-relevant, time-limited data flows between patient, orchestrator, and departmental agents — every connection stays separate, auditable, and consent-aware.</a:t>
            </a:r>
            <a:endParaRPr sz="1350"/>
          </a:p>
        </p:txBody>
      </p:sp>
      <p:sp>
        <p:nvSpPr>
          <p:cNvPr id="37" name="SK-9-text-36">
            <a:extLst xmlns:a="http://schemas.openxmlformats.org/drawingml/2006/main">
              <a:ext uri="{FF2B5EF4-FFF2-40B4-BE49-F238E27FC236}">
                <a16:creationId xmlns:a16="http://schemas.microsoft.com/office/drawing/2014/main" id="{A72939A3-0BFB-4161-96E9-F0EEC166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98315"/>
            <a:ext cx="563689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Agent accesses</a:t>
            </a:r>
            <a:endParaRPr sz="1650"/>
          </a:p>
        </p:txBody>
      </p:sp>
      <p:sp>
        <p:nvSpPr>
          <p:cNvPr id="38" name="SK-9-text-37">
            <a:extLst xmlns:a="http://schemas.openxmlformats.org/drawingml/2006/main">
              <a:ext uri="{FF2B5EF4-FFF2-40B4-BE49-F238E27FC236}">
                <a16:creationId xmlns:a16="http://schemas.microsoft.com/office/drawing/2014/main" id="{4E47A9DB-4253-46C3-910F-4014878A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4021"/>
            <a:ext cx="665988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Current appointment and queue status</a:t>
            </a:r>
            <a:endParaRPr sz="1200"/>
          </a:p>
        </p:txBody>
      </p:sp>
      <p:sp>
        <p:nvSpPr>
          <p:cNvPr id="39" name="SK-9-text-38">
            <a:extLst xmlns:a="http://schemas.openxmlformats.org/drawingml/2006/main">
              <a:ext uri="{FF2B5EF4-FFF2-40B4-BE49-F238E27FC236}">
                <a16:creationId xmlns:a16="http://schemas.microsoft.com/office/drawing/2014/main" id="{60B77B40-A723-460B-957C-69B8CC5F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39182"/>
            <a:ext cx="757428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Relevant medical history only for routing</a:t>
            </a:r>
            <a:endParaRPr sz="1200"/>
          </a:p>
        </p:txBody>
      </p:sp>
      <p:sp>
        <p:nvSpPr>
          <p:cNvPr id="40" name="SK-9-text-39">
            <a:extLst xmlns:a="http://schemas.openxmlformats.org/drawingml/2006/main">
              <a:ext uri="{FF2B5EF4-FFF2-40B4-BE49-F238E27FC236}">
                <a16:creationId xmlns:a16="http://schemas.microsoft.com/office/drawing/2014/main" id="{3E63BD73-D2D4-4993-830E-5C1B7555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74343"/>
            <a:ext cx="848868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Location readiness &amp; accessibility preferences</a:t>
            </a:r>
            <a:endParaRPr sz="1200"/>
          </a:p>
        </p:txBody>
      </p:sp>
      <p:sp>
        <p:nvSpPr>
          <p:cNvPr id="41" name="SK-9-text-40">
            <a:extLst xmlns:a="http://schemas.openxmlformats.org/drawingml/2006/main">
              <a:ext uri="{FF2B5EF4-FFF2-40B4-BE49-F238E27FC236}">
                <a16:creationId xmlns:a16="http://schemas.microsoft.com/office/drawing/2014/main" id="{ED66B34D-3EC3-487C-80F1-FB9B1605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09504"/>
            <a:ext cx="481965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Lab / test readiness</a:t>
            </a:r>
            <a:endParaRPr sz="1200"/>
          </a:p>
        </p:txBody>
      </p:sp>
      <p:sp>
        <p:nvSpPr>
          <p:cNvPr id="42" name="SK-9-text-41">
            <a:extLst xmlns:a="http://schemas.openxmlformats.org/drawingml/2006/main">
              <a:ext uri="{FF2B5EF4-FFF2-40B4-BE49-F238E27FC236}">
                <a16:creationId xmlns:a16="http://schemas.microsoft.com/office/drawing/2014/main" id="{1E1D97FD-498A-4538-B0FF-7D6243C5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44664"/>
            <a:ext cx="739140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Pharmacy queue &amp; department availability</a:t>
            </a:r>
            <a:endParaRPr sz="1200"/>
          </a:p>
        </p:txBody>
      </p:sp>
      <p:sp>
        <p:nvSpPr>
          <p:cNvPr id="43" name="SK-9-text-42">
            <a:extLst xmlns:a="http://schemas.openxmlformats.org/drawingml/2006/main">
              <a:ext uri="{FF2B5EF4-FFF2-40B4-BE49-F238E27FC236}">
                <a16:creationId xmlns:a16="http://schemas.microsoft.com/office/drawing/2014/main" id="{FC54675B-951D-4665-BE8C-ACE386A1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998315"/>
            <a:ext cx="513397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Agent shares</a:t>
            </a:r>
            <a:endParaRPr sz="1650"/>
          </a:p>
        </p:txBody>
      </p:sp>
      <p:sp>
        <p:nvSpPr>
          <p:cNvPr id="44" name="SK-9-text-43">
            <a:extLst xmlns:a="http://schemas.openxmlformats.org/drawingml/2006/main">
              <a:ext uri="{FF2B5EF4-FFF2-40B4-BE49-F238E27FC236}">
                <a16:creationId xmlns:a16="http://schemas.microsoft.com/office/drawing/2014/main" id="{91BAEF97-D837-4B3A-9A66-1F6B32B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404021"/>
            <a:ext cx="5514975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Appointment identifier and confirmation</a:t>
            </a:r>
            <a:endParaRPr sz="1200"/>
          </a:p>
        </p:txBody>
      </p:sp>
      <p:sp>
        <p:nvSpPr>
          <p:cNvPr id="45" name="SK-9-text-44">
            <a:extLst xmlns:a="http://schemas.openxmlformats.org/drawingml/2006/main">
              <a:ext uri="{FF2B5EF4-FFF2-40B4-BE49-F238E27FC236}">
                <a16:creationId xmlns:a16="http://schemas.microsoft.com/office/drawing/2014/main" id="{A660AC08-E5A1-4C3F-9593-F5322515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39182"/>
            <a:ext cx="5514975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Estimated arrival and readiness state</a:t>
            </a:r>
            <a:endParaRPr sz="1200"/>
          </a:p>
        </p:txBody>
      </p:sp>
      <p:sp>
        <p:nvSpPr>
          <p:cNvPr id="46" name="SK-9-text-45">
            <a:extLst xmlns:a="http://schemas.openxmlformats.org/drawingml/2006/main">
              <a:ext uri="{FF2B5EF4-FFF2-40B4-BE49-F238E27FC236}">
                <a16:creationId xmlns:a16="http://schemas.microsoft.com/office/drawing/2014/main" id="{7B4113F9-BA63-428F-95D0-66B059C7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74343"/>
            <a:ext cx="4819650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Accessibility needs</a:t>
            </a:r>
            <a:endParaRPr sz="1200"/>
          </a:p>
        </p:txBody>
      </p:sp>
      <p:sp>
        <p:nvSpPr>
          <p:cNvPr id="47" name="SK-9-text-46">
            <a:extLst xmlns:a="http://schemas.openxmlformats.org/drawingml/2006/main">
              <a:ext uri="{FF2B5EF4-FFF2-40B4-BE49-F238E27FC236}">
                <a16:creationId xmlns:a16="http://schemas.microsoft.com/office/drawing/2014/main" id="{ADBA3653-EE9F-4511-A8FF-90DDDD71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09504"/>
            <a:ext cx="5514975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Medication list only to pharmacy when relevant</a:t>
            </a:r>
            <a:endParaRPr sz="1200"/>
          </a:p>
        </p:txBody>
      </p:sp>
      <p:sp>
        <p:nvSpPr>
          <p:cNvPr id="48" name="SK-9-text-47">
            <a:extLst xmlns:a="http://schemas.openxmlformats.org/drawingml/2006/main">
              <a:ext uri="{FF2B5EF4-FFF2-40B4-BE49-F238E27FC236}">
                <a16:creationId xmlns:a16="http://schemas.microsoft.com/office/drawing/2014/main" id="{1C57DB44-C550-4596-A341-972390A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44664"/>
            <a:ext cx="5514975" cy="220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Insurance details only to billing when relevant</a:t>
            </a:r>
            <a:endParaRPr sz="1200"/>
          </a:p>
        </p:txBody>
      </p:sp>
      <p:sp>
        <p:nvSpPr>
          <p:cNvPr id="49" name="SK-9-text-48">
            <a:extLst xmlns:a="http://schemas.openxmlformats.org/drawingml/2006/main">
              <a:ext uri="{FF2B5EF4-FFF2-40B4-BE49-F238E27FC236}">
                <a16:creationId xmlns:a16="http://schemas.microsoft.com/office/drawing/2014/main" id="{28273562-700C-43B8-8303-E2F697F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5387578"/>
            <a:ext cx="23488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Never share</a:t>
            </a:r>
            <a:endParaRPr sz="1350"/>
          </a:p>
        </p:txBody>
      </p:sp>
      <p:sp>
        <p:nvSpPr>
          <p:cNvPr id="50" name="SK-9-text-49">
            <a:extLst xmlns:a="http://schemas.openxmlformats.org/drawingml/2006/main">
              <a:ext uri="{FF2B5EF4-FFF2-40B4-BE49-F238E27FC236}">
                <a16:creationId xmlns:a16="http://schemas.microsoft.com/office/drawing/2014/main" id="{7B923F01-1CE3-423B-81BA-721C102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3995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Unrelated history</a:t>
            </a:r>
            <a:endParaRPr sz="1050"/>
          </a:p>
        </p:txBody>
      </p:sp>
      <p:sp>
        <p:nvSpPr>
          <p:cNvPr id="51" name="SK-9-text-50">
            <a:extLst xmlns:a="http://schemas.openxmlformats.org/drawingml/2006/main">
              <a:ext uri="{FF2B5EF4-FFF2-40B4-BE49-F238E27FC236}">
                <a16:creationId xmlns:a16="http://schemas.microsoft.com/office/drawing/2014/main" id="{BC153882-EA10-4FA4-AB55-B3E3BC4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739956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Other patient data</a:t>
            </a:r>
            <a:endParaRPr sz="1050"/>
          </a:p>
        </p:txBody>
      </p:sp>
      <p:sp>
        <p:nvSpPr>
          <p:cNvPr id="52" name="SK-9-text-51">
            <a:extLst xmlns:a="http://schemas.openxmlformats.org/drawingml/2006/main">
              <a:ext uri="{FF2B5EF4-FFF2-40B4-BE49-F238E27FC236}">
                <a16:creationId xmlns:a16="http://schemas.microsoft.com/office/drawing/2014/main" id="{855323BC-F75C-4230-9E0C-B815FE77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739956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Cross-hospital context</a:t>
            </a:r>
            <a:endParaRPr sz="1050"/>
          </a:p>
        </p:txBody>
      </p:sp>
      <p:sp>
        <p:nvSpPr>
          <p:cNvPr id="53" name="SK-9-text-52">
            <a:extLst xmlns:a="http://schemas.openxmlformats.org/drawingml/2006/main">
              <a:ext uri="{FF2B5EF4-FFF2-40B4-BE49-F238E27FC236}">
                <a16:creationId xmlns:a16="http://schemas.microsoft.com/office/drawing/2014/main" id="{01E7C869-84F5-472D-9561-0FFB4D28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8466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Clinical records for logistics</a:t>
            </a:r>
            <a:endParaRPr sz="1050"/>
          </a:p>
        </p:txBody>
      </p:sp>
      <p:sp>
        <p:nvSpPr>
          <p:cNvPr id="54" name="SK-9-text-53">
            <a:extLst xmlns:a="http://schemas.openxmlformats.org/drawingml/2006/main">
              <a:ext uri="{FF2B5EF4-FFF2-40B4-BE49-F238E27FC236}">
                <a16:creationId xmlns:a16="http://schemas.microsoft.com/office/drawing/2014/main" id="{FE4FD7B2-D889-4E1B-B27F-01B4B14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08466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65"/>
              </a:lnSpc>
              <a:buNone/>
            </a:pPr>
            <a:r>
              <a:rPr sz="1050">
                <a:solidFill>
                  <a:srgbClr val="475569"/>
                </a:solidFill>
              </a:rPr>
              <a:t>Outside the task time window</a:t>
            </a:r>
            <a:endParaRPr sz="1050"/>
          </a:p>
        </p:txBody>
      </p:sp>
      <p:sp>
        <p:nvSpPr>
          <p:cNvPr id="55" name="SK-9-text-54">
            <a:extLst xmlns:a="http://schemas.openxmlformats.org/drawingml/2006/main">
              <a:ext uri="{FF2B5EF4-FFF2-40B4-BE49-F238E27FC236}">
                <a16:creationId xmlns:a16="http://schemas.microsoft.com/office/drawing/2014/main" id="{AA2BAACD-96EE-42D1-BC8A-1FE93E63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603677"/>
            <a:ext cx="391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Separate &amp; time-limited</a:t>
            </a:r>
            <a:endParaRPr sz="1500"/>
          </a:p>
        </p:txBody>
      </p:sp>
      <p:sp>
        <p:nvSpPr>
          <p:cNvPr id="56" name="SK-9-text-55">
            <a:extLst xmlns:a="http://schemas.openxmlformats.org/drawingml/2006/main">
              <a:ext uri="{FF2B5EF4-FFF2-40B4-BE49-F238E27FC236}">
                <a16:creationId xmlns:a16="http://schemas.microsoft.com/office/drawing/2014/main" id="{1E73201D-EE89-42A1-A754-F590F39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946577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Every connection is isolated, consent-aware, auditable, and expires with the task.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32952577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c6690aa54c488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SK-10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22c4e5cab44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2" name="SK-10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83a9643f84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3" name="SK-10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6645e17944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94" name="SK-10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c5607aeb64a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95" name="SK-10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7e0e641504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55415"/>
            <a:ext cx="3530650" cy="4783485"/>
          </a:xfrm>
          <a:prstGeom xmlns:a="http://schemas.openxmlformats.org/drawingml/2006/main" prst="rect">
            <a:avLst/>
          </a:prstGeom>
        </p:spPr>
      </p:pic>
      <p:pic>
        <p:nvPicPr>
          <p:cNvPr id="96" name="SK-10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18111958447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893540"/>
            <a:ext cx="3130600" cy="1262955"/>
          </a:xfrm>
          <a:prstGeom xmlns:a="http://schemas.openxmlformats.org/drawingml/2006/main" prst="rect">
            <a:avLst/>
          </a:prstGeom>
        </p:spPr>
      </p:pic>
      <p:pic>
        <p:nvPicPr>
          <p:cNvPr id="97" name="SK-10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49e79570d48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89354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98" name="SK-10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b5f57c73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013" y="2007840"/>
            <a:ext cx="238125" cy="190500"/>
          </a:xfrm>
          <a:prstGeom xmlns:a="http://schemas.openxmlformats.org/drawingml/2006/main" prst="rect">
            <a:avLst/>
          </a:prstGeom>
        </p:spPr>
      </p:pic>
      <p:pic>
        <p:nvPicPr>
          <p:cNvPr id="99" name="SK-10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7559ebbbd4e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369171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00" name="SK-10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b816ac59c4f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944243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01" name="SK-10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d0e44cc89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298454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02" name="SK-10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e58713e1348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5857875"/>
            <a:ext cx="3130600" cy="381000"/>
          </a:xfrm>
          <a:prstGeom xmlns:a="http://schemas.openxmlformats.org/drawingml/2006/main" prst="rect">
            <a:avLst/>
          </a:prstGeom>
        </p:spPr>
      </p:pic>
      <p:pic>
        <p:nvPicPr>
          <p:cNvPr id="103" name="SK-10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8245098bc45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6074122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04" name="SK-10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6c02c36d44e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0750" y="1655415"/>
            <a:ext cx="3530650" cy="4783485"/>
          </a:xfrm>
          <a:prstGeom xmlns:a="http://schemas.openxmlformats.org/drawingml/2006/main" prst="rect">
            <a:avLst/>
          </a:prstGeom>
        </p:spPr>
      </p:pic>
      <p:pic>
        <p:nvPicPr>
          <p:cNvPr id="105" name="SK-10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2815669b140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1893540"/>
            <a:ext cx="3130600" cy="1262955"/>
          </a:xfrm>
          <a:prstGeom xmlns:a="http://schemas.openxmlformats.org/drawingml/2006/main" prst="rect">
            <a:avLst/>
          </a:prstGeom>
        </p:spPr>
      </p:pic>
      <p:pic>
        <p:nvPicPr>
          <p:cNvPr id="106" name="SK-10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fa4dff0f84b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189354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107" name="SK-10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da9965fde41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1262" y="2007840"/>
            <a:ext cx="238125" cy="190500"/>
          </a:xfrm>
          <a:prstGeom xmlns:a="http://schemas.openxmlformats.org/drawingml/2006/main" prst="rect">
            <a:avLst/>
          </a:prstGeom>
        </p:spPr>
      </p:pic>
      <p:pic>
        <p:nvPicPr>
          <p:cNvPr id="108" name="SK-10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61e9f6cd647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3369171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09" name="SK-10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c6dcb059c43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3723382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10" name="SK-10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2a6c7305c4a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4077593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11" name="SK-10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80281c6d64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4431804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12" name="SK-10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e90ecaa6b45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5857875"/>
            <a:ext cx="3130600" cy="381000"/>
          </a:xfrm>
          <a:prstGeom xmlns:a="http://schemas.openxmlformats.org/drawingml/2006/main" prst="rect">
            <a:avLst/>
          </a:prstGeom>
        </p:spPr>
      </p:pic>
      <p:pic>
        <p:nvPicPr>
          <p:cNvPr id="113" name="SK-10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25650384d48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775" y="6074122"/>
            <a:ext cx="178594" cy="145107"/>
          </a:xfrm>
          <a:prstGeom xmlns:a="http://schemas.openxmlformats.org/drawingml/2006/main" prst="rect">
            <a:avLst/>
          </a:prstGeom>
        </p:spPr>
      </p:pic>
      <p:pic>
        <p:nvPicPr>
          <p:cNvPr id="114" name="SK-10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bb5e5284c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9999" y="1655415"/>
            <a:ext cx="3530650" cy="4783485"/>
          </a:xfrm>
          <a:prstGeom xmlns:a="http://schemas.openxmlformats.org/drawingml/2006/main" prst="rect">
            <a:avLst/>
          </a:prstGeom>
        </p:spPr>
      </p:pic>
      <p:pic>
        <p:nvPicPr>
          <p:cNvPr id="115" name="SK-10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1fcb99f5e4c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1893540"/>
            <a:ext cx="3130600" cy="1262955"/>
          </a:xfrm>
          <a:prstGeom xmlns:a="http://schemas.openxmlformats.org/drawingml/2006/main" prst="rect">
            <a:avLst/>
          </a:prstGeom>
        </p:spPr>
      </p:pic>
      <p:pic>
        <p:nvPicPr>
          <p:cNvPr id="116" name="SK-10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aed0507274f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189354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117" name="SK-10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d8589a9604d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0512" y="2007840"/>
            <a:ext cx="238125" cy="190500"/>
          </a:xfrm>
          <a:prstGeom xmlns:a="http://schemas.openxmlformats.org/drawingml/2006/main" prst="rect">
            <a:avLst/>
          </a:prstGeom>
        </p:spPr>
      </p:pic>
      <p:pic>
        <p:nvPicPr>
          <p:cNvPr id="118" name="SK-10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f857c7f264a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3369171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19" name="SK-10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addbc8e73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3723382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20" name="SK-10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387d9f8b24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4077593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21" name="SK-10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49e98d6fa4b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4431804"/>
            <a:ext cx="190500" cy="148084"/>
          </a:xfrm>
          <a:prstGeom xmlns:a="http://schemas.openxmlformats.org/drawingml/2006/main" prst="rect">
            <a:avLst/>
          </a:prstGeom>
        </p:spPr>
      </p:pic>
      <p:pic>
        <p:nvPicPr>
          <p:cNvPr id="122" name="SK-10-img-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edd74cbcc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5857875"/>
            <a:ext cx="3130600" cy="381000"/>
          </a:xfrm>
          <a:prstGeom xmlns:a="http://schemas.openxmlformats.org/drawingml/2006/main" prst="rect">
            <a:avLst/>
          </a:prstGeom>
        </p:spPr>
      </p:pic>
      <p:pic>
        <p:nvPicPr>
          <p:cNvPr id="123" name="SK-10-img-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f5c3be06347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0024" y="6074122"/>
            <a:ext cx="178594" cy="145107"/>
          </a:xfrm>
          <a:prstGeom xmlns:a="http://schemas.openxmlformats.org/drawingml/2006/main" prst="rect">
            <a:avLst/>
          </a:prstGeom>
        </p:spPr>
      </p:pic>
      <p:sp>
        <p:nvSpPr>
          <p:cNvPr id="35" name="SK-10-text-34">
            <a:extLst xmlns:a="http://schemas.openxmlformats.org/drawingml/2006/main">
              <a:ext uri="{FF2B5EF4-FFF2-40B4-BE49-F238E27FC236}">
                <a16:creationId xmlns:a16="http://schemas.microsoft.com/office/drawing/2014/main" id="{65529E4F-B6FF-4FF9-AD1D-C7CC3BA2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6" name="SK-10-text-35">
            <a:extLst xmlns:a="http://schemas.openxmlformats.org/drawingml/2006/main">
              <a:ext uri="{FF2B5EF4-FFF2-40B4-BE49-F238E27FC236}">
                <a16:creationId xmlns:a16="http://schemas.microsoft.com/office/drawing/2014/main" id="{4E63F2B6-D0AA-4E3B-85E0-75CDD601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Accessibility &amp; Inclusivity are Product Primitives</a:t>
            </a:r>
            <a:endParaRPr sz="2550"/>
          </a:p>
        </p:txBody>
      </p:sp>
      <p:sp>
        <p:nvSpPr>
          <p:cNvPr id="37" name="SK-10-text-36">
            <a:extLst xmlns:a="http://schemas.openxmlformats.org/drawingml/2006/main">
              <a:ext uri="{FF2B5EF4-FFF2-40B4-BE49-F238E27FC236}">
                <a16:creationId xmlns:a16="http://schemas.microsoft.com/office/drawing/2014/main" id="{6782475D-A5C4-4843-AD64-CA67FA0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964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Voice-first by default, silver &amp; purple economy support, and mobility-aware signals — a calm, respectful experience for every patient.</a:t>
            </a:r>
            <a:endParaRPr sz="1350"/>
          </a:p>
        </p:txBody>
      </p:sp>
      <p:sp>
        <p:nvSpPr>
          <p:cNvPr id="38" name="SK-10-text-37">
            <a:extLst xmlns:a="http://schemas.openxmlformats.org/drawingml/2006/main">
              <a:ext uri="{FF2B5EF4-FFF2-40B4-BE49-F238E27FC236}">
                <a16:creationId xmlns:a16="http://schemas.microsoft.com/office/drawing/2014/main" id="{3C59A1E0-97B6-4544-9301-9E5AB6F3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45990"/>
            <a:ext cx="563689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Voice-first by default</a:t>
            </a:r>
            <a:endParaRPr sz="1650"/>
          </a:p>
        </p:txBody>
      </p:sp>
      <p:sp>
        <p:nvSpPr>
          <p:cNvPr id="39" name="SK-10-text-38">
            <a:extLst xmlns:a="http://schemas.openxmlformats.org/drawingml/2006/main">
              <a:ext uri="{FF2B5EF4-FFF2-40B4-BE49-F238E27FC236}">
                <a16:creationId xmlns:a16="http://schemas.microsoft.com/office/drawing/2014/main" id="{03DD7245-A92A-425E-B99E-E5E0613B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13596"/>
            <a:ext cx="55626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64748B"/>
                </a:solidFill>
              </a:rPr>
              <a:t>Speak naturally, no menu digging</a:t>
            </a:r>
            <a:endParaRPr sz="1125"/>
          </a:p>
        </p:txBody>
      </p:sp>
      <p:sp>
        <p:nvSpPr>
          <p:cNvPr id="40" name="SK-10-text-39">
            <a:extLst xmlns:a="http://schemas.openxmlformats.org/drawingml/2006/main">
              <a:ext uri="{FF2B5EF4-FFF2-40B4-BE49-F238E27FC236}">
                <a16:creationId xmlns:a16="http://schemas.microsoft.com/office/drawing/2014/main" id="{C733BD43-2E94-499B-B2C3-1D21753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27946"/>
            <a:ext cx="3076575" cy="4304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Patient speaks naturally instead of navigating menus</a:t>
            </a:r>
            <a:endParaRPr sz="1200"/>
          </a:p>
        </p:txBody>
      </p:sp>
      <p:sp>
        <p:nvSpPr>
          <p:cNvPr id="41" name="SK-10-text-40">
            <a:extLst xmlns:a="http://schemas.openxmlformats.org/drawingml/2006/main">
              <a:ext uri="{FF2B5EF4-FFF2-40B4-BE49-F238E27FC236}">
                <a16:creationId xmlns:a16="http://schemas.microsoft.com/office/drawing/2014/main" id="{A37AA68F-DBE1-4EC0-BA01-EC7E5FB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03018"/>
            <a:ext cx="757428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Confirmations read back in plain language</a:t>
            </a:r>
            <a:endParaRPr sz="1200"/>
          </a:p>
        </p:txBody>
      </p:sp>
      <p:sp>
        <p:nvSpPr>
          <p:cNvPr id="42" name="SK-10-text-41">
            <a:extLst xmlns:a="http://schemas.openxmlformats.org/drawingml/2006/main">
              <a:ext uri="{FF2B5EF4-FFF2-40B4-BE49-F238E27FC236}">
                <a16:creationId xmlns:a16="http://schemas.microsoft.com/office/drawing/2014/main" id="{88DEAAF8-E00C-4D7B-A1BD-555F6A1B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57229"/>
            <a:ext cx="812292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Voice can be replaced with text at any point</a:t>
            </a:r>
            <a:endParaRPr sz="1200"/>
          </a:p>
        </p:txBody>
      </p:sp>
      <p:sp>
        <p:nvSpPr>
          <p:cNvPr id="43" name="SK-10-text-42">
            <a:extLst xmlns:a="http://schemas.openxmlformats.org/drawingml/2006/main">
              <a:ext uri="{FF2B5EF4-FFF2-40B4-BE49-F238E27FC236}">
                <a16:creationId xmlns:a16="http://schemas.microsoft.com/office/drawing/2014/main" id="{941B1C38-58B2-4628-87CB-3F8984CA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585787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0D9488"/>
                </a:solidFill>
              </a:rPr>
              <a:t> Always a text fallback</a:t>
            </a:r>
            <a:endParaRPr sz="1125"/>
          </a:p>
        </p:txBody>
      </p:sp>
      <p:sp>
        <p:nvSpPr>
          <p:cNvPr id="44" name="SK-10-text-43">
            <a:extLst xmlns:a="http://schemas.openxmlformats.org/drawingml/2006/main">
              <a:ext uri="{FF2B5EF4-FFF2-40B4-BE49-F238E27FC236}">
                <a16:creationId xmlns:a16="http://schemas.microsoft.com/office/drawing/2014/main" id="{8FB90DAC-274D-49A3-8D6E-D5C982EF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775" y="2445990"/>
            <a:ext cx="563689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Silver economy support</a:t>
            </a:r>
            <a:endParaRPr sz="1650"/>
          </a:p>
        </p:txBody>
      </p:sp>
      <p:sp>
        <p:nvSpPr>
          <p:cNvPr id="45" name="SK-10-text-44">
            <a:extLst xmlns:a="http://schemas.openxmlformats.org/drawingml/2006/main">
              <a:ext uri="{FF2B5EF4-FFF2-40B4-BE49-F238E27FC236}">
                <a16:creationId xmlns:a16="http://schemas.microsoft.com/office/drawing/2014/main" id="{F71BD671-3C21-4842-82C0-290BDAAE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775" y="2813596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64748B"/>
                </a:solidFill>
              </a:rPr>
              <a:t>Simpler, slower, clearer</a:t>
            </a:r>
            <a:endParaRPr sz="1125"/>
          </a:p>
        </p:txBody>
      </p:sp>
      <p:sp>
        <p:nvSpPr>
          <p:cNvPr id="46" name="SK-10-text-45">
            <a:extLst xmlns:a="http://schemas.openxmlformats.org/drawingml/2006/main">
              <a:ext uri="{FF2B5EF4-FFF2-40B4-BE49-F238E27FC236}">
                <a16:creationId xmlns:a16="http://schemas.microsoft.com/office/drawing/2014/main" id="{F1099A45-828D-4FA3-806D-4981FE98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75" y="3327946"/>
            <a:ext cx="629412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Simplified prompts and short steps</a:t>
            </a:r>
            <a:endParaRPr sz="1200"/>
          </a:p>
        </p:txBody>
      </p:sp>
      <p:sp>
        <p:nvSpPr>
          <p:cNvPr id="47" name="SK-10-text-46">
            <a:extLst xmlns:a="http://schemas.openxmlformats.org/drawingml/2006/main">
              <a:ext uri="{FF2B5EF4-FFF2-40B4-BE49-F238E27FC236}">
                <a16:creationId xmlns:a16="http://schemas.microsoft.com/office/drawing/2014/main" id="{9B949AE0-CA2E-45E2-A9C1-7E0DFA5E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75" y="3682157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Slower pace and extra response time</a:t>
            </a:r>
            <a:endParaRPr sz="1200"/>
          </a:p>
        </p:txBody>
      </p:sp>
      <p:sp>
        <p:nvSpPr>
          <p:cNvPr id="48" name="SK-10-text-47">
            <a:extLst xmlns:a="http://schemas.openxmlformats.org/drawingml/2006/main">
              <a:ext uri="{FF2B5EF4-FFF2-40B4-BE49-F238E27FC236}">
                <a16:creationId xmlns:a16="http://schemas.microsoft.com/office/drawing/2014/main" id="{99B96F09-2B76-44B8-80BD-EF34A39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75" y="4036368"/>
            <a:ext cx="7470725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Large controls and clear "what happens next"</a:t>
            </a:r>
            <a:endParaRPr sz="1200"/>
          </a:p>
        </p:txBody>
      </p:sp>
      <p:sp>
        <p:nvSpPr>
          <p:cNvPr id="49" name="SK-10-text-48">
            <a:extLst xmlns:a="http://schemas.openxmlformats.org/drawingml/2006/main">
              <a:ext uri="{FF2B5EF4-FFF2-40B4-BE49-F238E27FC236}">
                <a16:creationId xmlns:a16="http://schemas.microsoft.com/office/drawing/2014/main" id="{2A426141-E5A3-4130-8912-2A8ABE2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275" y="4390579"/>
            <a:ext cx="592836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Caregiver / family-assisted mode</a:t>
            </a:r>
            <a:endParaRPr sz="1200"/>
          </a:p>
        </p:txBody>
      </p:sp>
      <p:sp>
        <p:nvSpPr>
          <p:cNvPr id="50" name="SK-10-text-49">
            <a:extLst xmlns:a="http://schemas.openxmlformats.org/drawingml/2006/main">
              <a:ext uri="{FF2B5EF4-FFF2-40B4-BE49-F238E27FC236}">
                <a16:creationId xmlns:a16="http://schemas.microsoft.com/office/drawing/2014/main" id="{0B400DA9-9D4A-4ACB-8531-1721644E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368" y="5857875"/>
            <a:ext cx="313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0D9488"/>
                </a:solidFill>
              </a:rPr>
              <a:t> No time pressure</a:t>
            </a:r>
            <a:endParaRPr sz="1125"/>
          </a:p>
        </p:txBody>
      </p:sp>
      <p:sp>
        <p:nvSpPr>
          <p:cNvPr id="51" name="SK-10-text-50">
            <a:extLst xmlns:a="http://schemas.openxmlformats.org/drawingml/2006/main">
              <a:ext uri="{FF2B5EF4-FFF2-40B4-BE49-F238E27FC236}">
                <a16:creationId xmlns:a16="http://schemas.microsoft.com/office/drawing/2014/main" id="{7A335A26-2542-4E38-A80B-FDD5F7B7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024" y="2445990"/>
            <a:ext cx="3901976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Purple economy &amp; mobility</a:t>
            </a:r>
            <a:endParaRPr sz="1650"/>
          </a:p>
        </p:txBody>
      </p:sp>
      <p:sp>
        <p:nvSpPr>
          <p:cNvPr id="52" name="SK-10-text-51">
            <a:extLst xmlns:a="http://schemas.openxmlformats.org/drawingml/2006/main">
              <a:ext uri="{FF2B5EF4-FFF2-40B4-BE49-F238E27FC236}">
                <a16:creationId xmlns:a16="http://schemas.microsoft.com/office/drawing/2014/main" id="{484F5E9B-7409-4892-8D4D-5E9C8C03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024" y="2813596"/>
            <a:ext cx="39019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64748B"/>
                </a:solidFill>
              </a:rPr>
              <a:t>Flexible, mobility-aware, inclusive</a:t>
            </a:r>
            <a:endParaRPr sz="1125"/>
          </a:p>
        </p:txBody>
      </p:sp>
      <p:sp>
        <p:nvSpPr>
          <p:cNvPr id="53" name="SK-10-text-52">
            <a:extLst xmlns:a="http://schemas.openxmlformats.org/drawingml/2006/main">
              <a:ext uri="{FF2B5EF4-FFF2-40B4-BE49-F238E27FC236}">
                <a16:creationId xmlns:a16="http://schemas.microsoft.com/office/drawing/2014/main" id="{1A03FE15-4BE4-4243-B371-34895876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524" y="3327946"/>
            <a:ext cx="371147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Flexible voice/text choice</a:t>
            </a:r>
            <a:endParaRPr sz="1200"/>
          </a:p>
        </p:txBody>
      </p:sp>
      <p:sp>
        <p:nvSpPr>
          <p:cNvPr id="54" name="SK-10-text-53">
            <a:extLst xmlns:a="http://schemas.openxmlformats.org/drawingml/2006/main">
              <a:ext uri="{FF2B5EF4-FFF2-40B4-BE49-F238E27FC236}">
                <a16:creationId xmlns:a16="http://schemas.microsoft.com/office/drawing/2014/main" id="{AD62A810-764F-4056-B331-3CC43B8F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524" y="3682157"/>
            <a:ext cx="371147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Mobility-aware arrival and transport signals</a:t>
            </a:r>
            <a:endParaRPr sz="1200"/>
          </a:p>
        </p:txBody>
      </p:sp>
      <p:sp>
        <p:nvSpPr>
          <p:cNvPr id="55" name="SK-10-text-54">
            <a:extLst xmlns:a="http://schemas.openxmlformats.org/drawingml/2006/main">
              <a:ext uri="{FF2B5EF4-FFF2-40B4-BE49-F238E27FC236}">
                <a16:creationId xmlns:a16="http://schemas.microsoft.com/office/drawing/2014/main" id="{F4B8E6A1-A08C-4157-9B68-A1F2927C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524" y="4036368"/>
            <a:ext cx="371147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Visual clarity, captions, assistive tech support</a:t>
            </a:r>
            <a:endParaRPr sz="1200"/>
          </a:p>
        </p:txBody>
      </p:sp>
      <p:sp>
        <p:nvSpPr>
          <p:cNvPr id="56" name="SK-10-text-55">
            <a:extLst xmlns:a="http://schemas.openxmlformats.org/drawingml/2006/main">
              <a:ext uri="{FF2B5EF4-FFF2-40B4-BE49-F238E27FC236}">
                <a16:creationId xmlns:a16="http://schemas.microsoft.com/office/drawing/2014/main" id="{92F8BA10-2283-4490-A58D-338999F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524" y="4390579"/>
            <a:ext cx="371147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>
                <a:solidFill>
                  <a:srgbClr val="475569"/>
                </a:solidFill>
              </a:rPr>
              <a:t>No penalty for slower response</a:t>
            </a:r>
            <a:endParaRPr sz="1200"/>
          </a:p>
        </p:txBody>
      </p:sp>
      <p:sp>
        <p:nvSpPr>
          <p:cNvPr id="57" name="SK-10-text-56">
            <a:extLst xmlns:a="http://schemas.openxmlformats.org/drawingml/2006/main">
              <a:ext uri="{FF2B5EF4-FFF2-40B4-BE49-F238E27FC236}">
                <a16:creationId xmlns:a16="http://schemas.microsoft.com/office/drawing/2014/main" id="{DEBD85B2-C994-406F-9CFA-CDB5D069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618" y="5857875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0D9488"/>
                </a:solidFill>
              </a:rPr>
              <a:t> Respectful by design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270538551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3370bd76b1e463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3" name="SK-11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7f2d1879e4d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4" name="SK-11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a74061bbc4b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5" name="SK-11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c3e249b0d42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76" name="SK-11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97a3cbbf647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77" name="SK-11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697ed0c614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38151"/>
            <a:ext cx="11049000" cy="838200"/>
          </a:xfrm>
          <a:prstGeom xmlns:a="http://schemas.openxmlformats.org/drawingml/2006/main" prst="rect">
            <a:avLst/>
          </a:prstGeom>
        </p:spPr>
      </p:pic>
      <p:pic>
        <p:nvPicPr>
          <p:cNvPr id="78" name="SK-11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448337aac4d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923901"/>
            <a:ext cx="457200" cy="266700"/>
          </a:xfrm>
          <a:prstGeom xmlns:a="http://schemas.openxmlformats.org/drawingml/2006/main" prst="rect">
            <a:avLst/>
          </a:prstGeom>
        </p:spPr>
      </p:pic>
      <p:pic>
        <p:nvPicPr>
          <p:cNvPr id="79" name="SK-11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a01cc6457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666851"/>
            <a:ext cx="5410200" cy="2630388"/>
          </a:xfrm>
          <a:prstGeom xmlns:a="http://schemas.openxmlformats.org/drawingml/2006/main" prst="rect">
            <a:avLst/>
          </a:prstGeom>
        </p:spPr>
      </p:pic>
      <p:pic>
        <p:nvPicPr>
          <p:cNvPr id="80" name="SK-11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ab6f4fb14f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847826"/>
            <a:ext cx="5010150" cy="396180"/>
          </a:xfrm>
          <a:prstGeom xmlns:a="http://schemas.openxmlformats.org/drawingml/2006/main" prst="rect">
            <a:avLst/>
          </a:prstGeom>
        </p:spPr>
      </p:pic>
      <p:pic>
        <p:nvPicPr>
          <p:cNvPr id="81" name="SK-11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9d67fbb6a4f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879229"/>
            <a:ext cx="285750" cy="209550"/>
          </a:xfrm>
          <a:prstGeom xmlns:a="http://schemas.openxmlformats.org/drawingml/2006/main" prst="rect">
            <a:avLst/>
          </a:prstGeom>
        </p:spPr>
      </p:pic>
      <p:pic>
        <p:nvPicPr>
          <p:cNvPr id="82" name="SK-11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02d67a1e54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377357"/>
            <a:ext cx="202406" cy="163711"/>
          </a:xfrm>
          <a:prstGeom xmlns:a="http://schemas.openxmlformats.org/drawingml/2006/main" prst="rect">
            <a:avLst/>
          </a:prstGeom>
        </p:spPr>
      </p:pic>
      <p:pic>
        <p:nvPicPr>
          <p:cNvPr id="83" name="SK-11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3a4a87161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764459"/>
            <a:ext cx="171450" cy="133350"/>
          </a:xfrm>
          <a:prstGeom xmlns:a="http://schemas.openxmlformats.org/drawingml/2006/main" prst="rect">
            <a:avLst/>
          </a:prstGeom>
        </p:spPr>
      </p:pic>
      <p:pic>
        <p:nvPicPr>
          <p:cNvPr id="84" name="SK-11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b2d763d0946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075361"/>
            <a:ext cx="202406" cy="163711"/>
          </a:xfrm>
          <a:prstGeom xmlns:a="http://schemas.openxmlformats.org/drawingml/2006/main" prst="rect">
            <a:avLst/>
          </a:prstGeom>
        </p:spPr>
      </p:pic>
      <p:pic>
        <p:nvPicPr>
          <p:cNvPr id="85" name="SK-11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3fb2a9a1f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462463"/>
            <a:ext cx="171450" cy="133350"/>
          </a:xfrm>
          <a:prstGeom xmlns:a="http://schemas.openxmlformats.org/drawingml/2006/main" prst="rect">
            <a:avLst/>
          </a:prstGeom>
        </p:spPr>
      </p:pic>
      <p:pic>
        <p:nvPicPr>
          <p:cNvPr id="86" name="SK-11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f09e3fe54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811464"/>
            <a:ext cx="171450" cy="133350"/>
          </a:xfrm>
          <a:prstGeom xmlns:a="http://schemas.openxmlformats.org/drawingml/2006/main" prst="rect">
            <a:avLst/>
          </a:prstGeom>
        </p:spPr>
      </p:pic>
      <p:pic>
        <p:nvPicPr>
          <p:cNvPr id="87" name="SK-11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99c8f633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2666851"/>
            <a:ext cx="5410200" cy="2630388"/>
          </a:xfrm>
          <a:prstGeom xmlns:a="http://schemas.openxmlformats.org/drawingml/2006/main" prst="rect">
            <a:avLst/>
          </a:prstGeom>
        </p:spPr>
      </p:pic>
      <p:pic>
        <p:nvPicPr>
          <p:cNvPr id="88" name="SK-11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627b4c35c41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2847826"/>
            <a:ext cx="5010150" cy="396180"/>
          </a:xfrm>
          <a:prstGeom xmlns:a="http://schemas.openxmlformats.org/drawingml/2006/main" prst="rect">
            <a:avLst/>
          </a:prstGeom>
        </p:spPr>
      </p:pic>
      <p:pic>
        <p:nvPicPr>
          <p:cNvPr id="89" name="SK-11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d9713ab7f4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2879229"/>
            <a:ext cx="285750" cy="209550"/>
          </a:xfrm>
          <a:prstGeom xmlns:a="http://schemas.openxmlformats.org/drawingml/2006/main" prst="rect">
            <a:avLst/>
          </a:prstGeom>
        </p:spPr>
      </p:pic>
      <p:pic>
        <p:nvPicPr>
          <p:cNvPr id="90" name="SK-11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8c160950746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3415457"/>
            <a:ext cx="171450" cy="133350"/>
          </a:xfrm>
          <a:prstGeom xmlns:a="http://schemas.openxmlformats.org/drawingml/2006/main" prst="rect">
            <a:avLst/>
          </a:prstGeom>
        </p:spPr>
      </p:pic>
      <p:pic>
        <p:nvPicPr>
          <p:cNvPr id="91" name="SK-11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893870c02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3764459"/>
            <a:ext cx="171450" cy="133350"/>
          </a:xfrm>
          <a:prstGeom xmlns:a="http://schemas.openxmlformats.org/drawingml/2006/main" prst="rect">
            <a:avLst/>
          </a:prstGeom>
        </p:spPr>
      </p:pic>
      <p:pic>
        <p:nvPicPr>
          <p:cNvPr id="92" name="SK-11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1459204084a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4075361"/>
            <a:ext cx="202406" cy="163711"/>
          </a:xfrm>
          <a:prstGeom xmlns:a="http://schemas.openxmlformats.org/drawingml/2006/main" prst="rect">
            <a:avLst/>
          </a:prstGeom>
        </p:spPr>
      </p:pic>
      <p:pic>
        <p:nvPicPr>
          <p:cNvPr id="93" name="SK-11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bd73df4e543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4462463"/>
            <a:ext cx="171450" cy="133350"/>
          </a:xfrm>
          <a:prstGeom xmlns:a="http://schemas.openxmlformats.org/drawingml/2006/main" prst="rect">
            <a:avLst/>
          </a:prstGeom>
        </p:spPr>
      </p:pic>
      <p:pic>
        <p:nvPicPr>
          <p:cNvPr id="94" name="SK-11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91dcbe0e24e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4773364"/>
            <a:ext cx="5010150" cy="323850"/>
          </a:xfrm>
          <a:prstGeom xmlns:a="http://schemas.openxmlformats.org/drawingml/2006/main" prst="rect">
            <a:avLst/>
          </a:prstGeom>
        </p:spPr>
      </p:pic>
      <p:pic>
        <p:nvPicPr>
          <p:cNvPr id="95" name="SK-11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2ad6d1f784d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487739"/>
            <a:ext cx="11049000" cy="1311027"/>
          </a:xfrm>
          <a:prstGeom xmlns:a="http://schemas.openxmlformats.org/drawingml/2006/main" prst="rect">
            <a:avLst/>
          </a:prstGeom>
        </p:spPr>
      </p:pic>
      <p:pic>
        <p:nvPicPr>
          <p:cNvPr id="96" name="SK-11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cf30ef4de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6044059"/>
            <a:ext cx="381000" cy="228600"/>
          </a:xfrm>
          <a:prstGeom xmlns:a="http://schemas.openxmlformats.org/drawingml/2006/main" prst="rect">
            <a:avLst/>
          </a:prstGeom>
        </p:spPr>
      </p:pic>
      <p:pic>
        <p:nvPicPr>
          <p:cNvPr id="97" name="SK-11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b17065a7e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4925" y="5941516"/>
            <a:ext cx="178594" cy="152995"/>
          </a:xfrm>
          <a:prstGeom xmlns:a="http://schemas.openxmlformats.org/drawingml/2006/main" prst="rect">
            <a:avLst/>
          </a:prstGeom>
        </p:spPr>
      </p:pic>
      <p:pic>
        <p:nvPicPr>
          <p:cNvPr id="98" name="SK-11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23f9e62004b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4925" y="6189762"/>
            <a:ext cx="178594" cy="152995"/>
          </a:xfrm>
          <a:prstGeom xmlns:a="http://schemas.openxmlformats.org/drawingml/2006/main" prst="rect">
            <a:avLst/>
          </a:prstGeom>
        </p:spPr>
      </p:pic>
      <p:pic>
        <p:nvPicPr>
          <p:cNvPr id="99" name="SK-11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9d1ba77034e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4925" y="6438007"/>
            <a:ext cx="178594" cy="152995"/>
          </a:xfrm>
          <a:prstGeom xmlns:a="http://schemas.openxmlformats.org/drawingml/2006/main" prst="rect">
            <a:avLst/>
          </a:prstGeom>
        </p:spPr>
      </p:pic>
      <p:sp>
        <p:nvSpPr>
          <p:cNvPr id="29" name="SK-11-text-28">
            <a:extLst xmlns:a="http://schemas.openxmlformats.org/drawingml/2006/main">
              <a:ext uri="{FF2B5EF4-FFF2-40B4-BE49-F238E27FC236}">
                <a16:creationId xmlns:a16="http://schemas.microsoft.com/office/drawing/2014/main" id="{F65FC2AE-1B3F-44AF-9342-E9A9FC8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0" name="SK-11-text-29">
            <a:extLst xmlns:a="http://schemas.openxmlformats.org/drawingml/2006/main">
              <a:ext uri="{FF2B5EF4-FFF2-40B4-BE49-F238E27FC236}">
                <a16:creationId xmlns:a16="http://schemas.microsoft.com/office/drawing/2014/main" id="{4E68440F-0BA2-4BBF-B19E-5438F4D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Safety Boundaries: Coordination, Never Clinical Judgment</a:t>
            </a:r>
            <a:endParaRPr sz="2550"/>
          </a:p>
        </p:txBody>
      </p:sp>
      <p:sp>
        <p:nvSpPr>
          <p:cNvPr id="31" name="SK-11-text-30">
            <a:extLst xmlns:a="http://schemas.openxmlformats.org/drawingml/2006/main">
              <a:ext uri="{FF2B5EF4-FFF2-40B4-BE49-F238E27FC236}">
                <a16:creationId xmlns:a16="http://schemas.microsoft.com/office/drawing/2014/main" id="{7749E7F3-36E6-4176-944E-7CC48079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9640"/>
            <a:ext cx="11620500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>
                <a:solidFill>
                  <a:srgbClr val="475569"/>
                </a:solidFill>
              </a:rPr>
              <a:t>Strict operational limits ensure agents never diagnose or interpret, while emergencies and distress signals go straight to licensed human staff.</a:t>
            </a:r>
            <a:endParaRPr sz="1350"/>
          </a:p>
        </p:txBody>
      </p:sp>
      <p:sp>
        <p:nvSpPr>
          <p:cNvPr id="32" name="SK-11-text-31">
            <a:extLst xmlns:a="http://schemas.openxmlformats.org/drawingml/2006/main">
              <a:ext uri="{FF2B5EF4-FFF2-40B4-BE49-F238E27FC236}">
                <a16:creationId xmlns:a16="http://schemas.microsoft.com/office/drawing/2014/main" id="{A380BAAF-7022-4329-A433-D6B0012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0076"/>
            <a:ext cx="1003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0F172A"/>
                </a:solidFill>
              </a:rPr>
              <a:t>Agents coordinate logistics and resources only. Clinical authority remains with licensed staff and hospital systems — no agent overrides, reinterprets, or delays clinical decisions.</a:t>
            </a:r>
            <a:endParaRPr sz="1350"/>
          </a:p>
        </p:txBody>
      </p:sp>
      <p:sp>
        <p:nvSpPr>
          <p:cNvPr id="33" name="SK-11-text-32">
            <a:extLst xmlns:a="http://schemas.openxmlformats.org/drawingml/2006/main">
              <a:ext uri="{FF2B5EF4-FFF2-40B4-BE49-F238E27FC236}">
                <a16:creationId xmlns:a16="http://schemas.microsoft.com/office/drawing/2014/main" id="{FE3AEE84-603F-4A3F-A6AE-E196F76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847826"/>
            <a:ext cx="463105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Agent Must</a:t>
            </a:r>
            <a:endParaRPr sz="1650"/>
          </a:p>
        </p:txBody>
      </p:sp>
      <p:sp>
        <p:nvSpPr>
          <p:cNvPr id="34" name="SK-11-text-33">
            <a:extLst xmlns:a="http://schemas.openxmlformats.org/drawingml/2006/main">
              <a:ext uri="{FF2B5EF4-FFF2-40B4-BE49-F238E27FC236}">
                <a16:creationId xmlns:a16="http://schemas.microsoft.com/office/drawing/2014/main" id="{8C1D3E3B-A2AC-4DBC-B65C-B6C87270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" y="3377357"/>
            <a:ext cx="11103769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Never diagnose, interpret results, or recommend treatment.</a:t>
            </a:r>
            <a:endParaRPr sz="1275"/>
          </a:p>
        </p:txBody>
      </p:sp>
      <p:sp>
        <p:nvSpPr>
          <p:cNvPr id="35" name="SK-11-text-34">
            <a:extLst xmlns:a="http://schemas.openxmlformats.org/drawingml/2006/main">
              <a:ext uri="{FF2B5EF4-FFF2-40B4-BE49-F238E27FC236}">
                <a16:creationId xmlns:a16="http://schemas.microsoft.com/office/drawing/2014/main" id="{39159518-14AF-43FD-B3BF-82DCCEF5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26359"/>
            <a:ext cx="10768012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Redirect emergencies to emergency services immediately.</a:t>
            </a:r>
            <a:endParaRPr sz="1275"/>
          </a:p>
        </p:txBody>
      </p:sp>
      <p:sp>
        <p:nvSpPr>
          <p:cNvPr id="36" name="SK-11-text-35">
            <a:extLst xmlns:a="http://schemas.openxmlformats.org/drawingml/2006/main">
              <a:ext uri="{FF2B5EF4-FFF2-40B4-BE49-F238E27FC236}">
                <a16:creationId xmlns:a16="http://schemas.microsoft.com/office/drawing/2014/main" id="{EFAB671B-8131-471A-94D9-C207B986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" y="4075361"/>
            <a:ext cx="11103769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Never override, contradict, or reinterpret licensed staff.</a:t>
            </a:r>
            <a:endParaRPr sz="1275"/>
          </a:p>
        </p:txBody>
      </p:sp>
      <p:sp>
        <p:nvSpPr>
          <p:cNvPr id="37" name="SK-11-text-36">
            <a:extLst xmlns:a="http://schemas.openxmlformats.org/drawingml/2006/main">
              <a:ext uri="{FF2B5EF4-FFF2-40B4-BE49-F238E27FC236}">
                <a16:creationId xmlns:a16="http://schemas.microsoft.com/office/drawing/2014/main" id="{4F45D1D3-2FCA-4FD8-92ED-E8BA07E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24363"/>
            <a:ext cx="111347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Ask clarifying questions only to route the request correctly.</a:t>
            </a:r>
            <a:endParaRPr sz="1275"/>
          </a:p>
        </p:txBody>
      </p:sp>
      <p:sp>
        <p:nvSpPr>
          <p:cNvPr id="38" name="SK-11-text-37">
            <a:extLst xmlns:a="http://schemas.openxmlformats.org/drawingml/2006/main">
              <a:ext uri="{FF2B5EF4-FFF2-40B4-BE49-F238E27FC236}">
                <a16:creationId xmlns:a16="http://schemas.microsoft.com/office/drawing/2014/main" id="{ADD8CFFE-C46A-4339-9AFB-A884EFAC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73364"/>
            <a:ext cx="111347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Escalate distress signals and unusual requests to human staff.</a:t>
            </a:r>
            <a:endParaRPr sz="1275"/>
          </a:p>
        </p:txBody>
      </p:sp>
      <p:sp>
        <p:nvSpPr>
          <p:cNvPr id="39" name="SK-11-text-38">
            <a:extLst xmlns:a="http://schemas.openxmlformats.org/drawingml/2006/main">
              <a:ext uri="{FF2B5EF4-FFF2-40B4-BE49-F238E27FC236}">
                <a16:creationId xmlns:a16="http://schemas.microsoft.com/office/drawing/2014/main" id="{74ADFCE2-F022-4BA7-A063-F5381B2E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47826"/>
            <a:ext cx="5381625" cy="272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45"/>
              </a:lnSpc>
              <a:buNone/>
            </a:pPr>
            <a:r>
              <a:rPr sz="16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Orchestrator Must</a:t>
            </a:r>
            <a:endParaRPr sz="1650"/>
          </a:p>
        </p:txBody>
      </p:sp>
      <p:sp>
        <p:nvSpPr>
          <p:cNvPr id="40" name="SK-11-text-39">
            <a:extLst xmlns:a="http://schemas.openxmlformats.org/drawingml/2006/main">
              <a:ext uri="{FF2B5EF4-FFF2-40B4-BE49-F238E27FC236}">
                <a16:creationId xmlns:a16="http://schemas.microsoft.com/office/drawing/2014/main" id="{8D4B5946-F2BB-4044-A8ED-18C9E4F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77357"/>
            <a:ext cx="54959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Coordinate logistics without overriding clinical prioritization.</a:t>
            </a:r>
            <a:endParaRPr sz="1275"/>
          </a:p>
        </p:txBody>
      </p:sp>
      <p:sp>
        <p:nvSpPr>
          <p:cNvPr id="41" name="SK-11-text-40">
            <a:extLst xmlns:a="http://schemas.openxmlformats.org/drawingml/2006/main">
              <a:ext uri="{FF2B5EF4-FFF2-40B4-BE49-F238E27FC236}">
                <a16:creationId xmlns:a16="http://schemas.microsoft.com/office/drawing/2014/main" id="{45FCDB6C-AE5F-47CD-A2CA-BC594A3D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26359"/>
            <a:ext cx="54959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Preserve departmental autonomy in all coordination tasks.</a:t>
            </a:r>
            <a:endParaRPr sz="1275"/>
          </a:p>
        </p:txBody>
      </p:sp>
      <p:sp>
        <p:nvSpPr>
          <p:cNvPr id="42" name="SK-11-text-41">
            <a:extLst xmlns:a="http://schemas.openxmlformats.org/drawingml/2006/main">
              <a:ext uri="{FF2B5EF4-FFF2-40B4-BE49-F238E27FC236}">
                <a16:creationId xmlns:a16="http://schemas.microsoft.com/office/drawing/2014/main" id="{B01583BD-D5D4-4E8D-B112-4D34E57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31" y="4075361"/>
            <a:ext cx="5464969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Escalate emergencies, distress, or conflicts to administrators.</a:t>
            </a:r>
            <a:endParaRPr sz="1275"/>
          </a:p>
        </p:txBody>
      </p:sp>
      <p:sp>
        <p:nvSpPr>
          <p:cNvPr id="43" name="SK-11-text-42">
            <a:extLst xmlns:a="http://schemas.openxmlformats.org/drawingml/2006/main">
              <a:ext uri="{FF2B5EF4-FFF2-40B4-BE49-F238E27FC236}">
                <a16:creationId xmlns:a16="http://schemas.microsoft.com/office/drawing/2014/main" id="{61A67E04-38FC-42AC-BDDA-6454A4E8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24363"/>
            <a:ext cx="5495925" cy="234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49"/>
              </a:lnSpc>
              <a:buNone/>
            </a:pPr>
            <a:r>
              <a:rPr sz="1275">
                <a:solidFill>
                  <a:srgbClr val="475569"/>
                </a:solidFill>
              </a:rPr>
              <a:t>Distinguish operational delay from clinical urgency.</a:t>
            </a:r>
            <a:endParaRPr sz="1275"/>
          </a:p>
        </p:txBody>
      </p:sp>
      <p:sp>
        <p:nvSpPr>
          <p:cNvPr id="44" name="SK-11-text-43">
            <a:extLst xmlns:a="http://schemas.openxmlformats.org/drawingml/2006/main">
              <a:ext uri="{FF2B5EF4-FFF2-40B4-BE49-F238E27FC236}">
                <a16:creationId xmlns:a16="http://schemas.microsoft.com/office/drawing/2014/main" id="{C47A0A8A-34B9-444C-AB7E-46DE7C98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73364"/>
            <a:ext cx="578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 b="1">
                <a:solidFill>
                  <a:srgbClr val="64748B"/>
                </a:solidFill>
              </a:rPr>
              <a:t>Escalation rule:</a:t>
            </a:r>
            <a:r>
              <a:rPr sz="1125">
                <a:solidFill>
                  <a:srgbClr val="64748B"/>
                </a:solidFill>
              </a:rPr>
              <a:t> any uncertainty or conflict defers to human clinical authority.</a:t>
            </a:r>
            <a:endParaRPr sz="1125"/>
          </a:p>
        </p:txBody>
      </p:sp>
      <p:sp>
        <p:nvSpPr>
          <p:cNvPr id="45" name="SK-11-text-44">
            <a:extLst xmlns:a="http://schemas.openxmlformats.org/drawingml/2006/main">
              <a:ext uri="{FF2B5EF4-FFF2-40B4-BE49-F238E27FC236}">
                <a16:creationId xmlns:a16="http://schemas.microsoft.com/office/drawing/2014/main" id="{BFB8E2E1-2569-42FB-A51E-C64DBE9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5787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49"/>
              </a:lnSpc>
              <a:buNone/>
            </a:pPr>
            <a:r>
              <a:rPr sz="1275" b="1">
                <a:solidFill>
                  <a:srgbClr val="0F172A"/>
                </a:solidFill>
              </a:rPr>
              <a:t>Specialized agents stay within scope, disclose the minimum data, and escalate uncertainty to the orchestrator.</a:t>
            </a:r>
            <a:endParaRPr sz="1275"/>
          </a:p>
        </p:txBody>
      </p:sp>
    </p:spTree>
    <p:extLst>
      <p:ext uri="{BB962C8B-B14F-4D97-AF65-F5344CB8AC3E}">
        <p14:creationId xmlns:p14="http://schemas.microsoft.com/office/powerpoint/2010/main" val="4088232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b0c9577a82141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5" name="SK-12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fc8f9fa6844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6" name="SK-12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cedb5bc57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7" name="SK-12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3f6ef6d4d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85725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128" name="SK-12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1b6cc6e66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204788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129" name="SK-12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c2173fa484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161901"/>
            <a:ext cx="6538020" cy="928688"/>
          </a:xfrm>
          <a:prstGeom xmlns:a="http://schemas.openxmlformats.org/drawingml/2006/main" prst="rect">
            <a:avLst/>
          </a:prstGeom>
        </p:spPr>
      </p:pic>
      <p:pic>
        <p:nvPicPr>
          <p:cNvPr id="130" name="SK-12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a7aaeaec84e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1244947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31" name="SK-12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b29807fd04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38214"/>
            <a:ext cx="6538020" cy="1302246"/>
          </a:xfrm>
          <a:prstGeom xmlns:a="http://schemas.openxmlformats.org/drawingml/2006/main" prst="rect">
            <a:avLst/>
          </a:prstGeom>
        </p:spPr>
      </p:pic>
      <p:pic>
        <p:nvPicPr>
          <p:cNvPr id="132" name="SK-12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ea6da8c164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221260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33" name="SK-12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4a45426504a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488085"/>
            <a:ext cx="6538020" cy="908596"/>
          </a:xfrm>
          <a:prstGeom xmlns:a="http://schemas.openxmlformats.org/drawingml/2006/main" prst="rect">
            <a:avLst/>
          </a:prstGeom>
        </p:spPr>
      </p:pic>
      <p:pic>
        <p:nvPicPr>
          <p:cNvPr id="134" name="SK-12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e2c288b814c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3571131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35" name="SK-12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37672213f4c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444305"/>
            <a:ext cx="6538020" cy="905173"/>
          </a:xfrm>
          <a:prstGeom xmlns:a="http://schemas.openxmlformats.org/drawingml/2006/main" prst="rect">
            <a:avLst/>
          </a:prstGeom>
        </p:spPr>
      </p:pic>
      <p:pic>
        <p:nvPicPr>
          <p:cNvPr id="136" name="SK-12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fd4eebf9341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4527352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37" name="SK-12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f96bdc74e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1920" y="1161901"/>
            <a:ext cx="4358580" cy="905173"/>
          </a:xfrm>
          <a:prstGeom xmlns:a="http://schemas.openxmlformats.org/drawingml/2006/main" prst="rect">
            <a:avLst/>
          </a:prstGeom>
        </p:spPr>
      </p:pic>
      <p:pic>
        <p:nvPicPr>
          <p:cNvPr id="138" name="SK-12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669855a7647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1244947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39" name="SK-12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b3a36c84b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1920" y="2105174"/>
            <a:ext cx="4358580" cy="1562844"/>
          </a:xfrm>
          <a:prstGeom xmlns:a="http://schemas.openxmlformats.org/drawingml/2006/main" prst="rect">
            <a:avLst/>
          </a:prstGeom>
        </p:spPr>
      </p:pic>
      <p:pic>
        <p:nvPicPr>
          <p:cNvPr id="140" name="SK-12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f564ab145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2188220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41" name="SK-12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549a0976a4c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1920" y="3706118"/>
            <a:ext cx="4358580" cy="1025723"/>
          </a:xfrm>
          <a:prstGeom xmlns:a="http://schemas.openxmlformats.org/drawingml/2006/main" prst="rect">
            <a:avLst/>
          </a:prstGeom>
        </p:spPr>
      </p:pic>
      <p:pic>
        <p:nvPicPr>
          <p:cNvPr id="142" name="SK-12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6b8ddabf147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3789164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43" name="SK-12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a94e86b384b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3977580"/>
            <a:ext cx="142875" cy="107156"/>
          </a:xfrm>
          <a:prstGeom xmlns:a="http://schemas.openxmlformats.org/drawingml/2006/main" prst="rect">
            <a:avLst/>
          </a:prstGeom>
        </p:spPr>
      </p:pic>
      <p:pic>
        <p:nvPicPr>
          <p:cNvPr id="144" name="SK-12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50729f9b747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4156621"/>
            <a:ext cx="142875" cy="107156"/>
          </a:xfrm>
          <a:prstGeom xmlns:a="http://schemas.openxmlformats.org/drawingml/2006/main" prst="rect">
            <a:avLst/>
          </a:prstGeom>
        </p:spPr>
      </p:pic>
      <p:pic>
        <p:nvPicPr>
          <p:cNvPr id="145" name="SK-12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8501e2503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4335661"/>
            <a:ext cx="142875" cy="107156"/>
          </a:xfrm>
          <a:prstGeom xmlns:a="http://schemas.openxmlformats.org/drawingml/2006/main" prst="rect">
            <a:avLst/>
          </a:prstGeom>
        </p:spPr>
      </p:pic>
      <p:pic>
        <p:nvPicPr>
          <p:cNvPr id="146" name="SK-12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b1e1124de40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4514701"/>
            <a:ext cx="142875" cy="107156"/>
          </a:xfrm>
          <a:prstGeom xmlns:a="http://schemas.openxmlformats.org/drawingml/2006/main" prst="rect">
            <a:avLst/>
          </a:prstGeom>
        </p:spPr>
      </p:pic>
      <p:pic>
        <p:nvPicPr>
          <p:cNvPr id="147" name="SK-12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35090354d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1920" y="4769941"/>
            <a:ext cx="4358580" cy="1204764"/>
          </a:xfrm>
          <a:prstGeom xmlns:a="http://schemas.openxmlformats.org/drawingml/2006/main" prst="rect">
            <a:avLst/>
          </a:prstGeom>
        </p:spPr>
      </p:pic>
      <p:pic>
        <p:nvPicPr>
          <p:cNvPr id="148" name="SK-12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273fb2a264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2895" y="4852988"/>
            <a:ext cx="178594" cy="133945"/>
          </a:xfrm>
          <a:prstGeom xmlns:a="http://schemas.openxmlformats.org/drawingml/2006/main" prst="rect">
            <a:avLst/>
          </a:prstGeom>
        </p:spPr>
      </p:pic>
      <p:pic>
        <p:nvPicPr>
          <p:cNvPr id="149" name="SK-12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1c64a182f4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6024563"/>
            <a:ext cx="5448300" cy="728663"/>
          </a:xfrm>
          <a:prstGeom xmlns:a="http://schemas.openxmlformats.org/drawingml/2006/main" prst="rect">
            <a:avLst/>
          </a:prstGeom>
        </p:spPr>
      </p:pic>
      <p:pic>
        <p:nvPicPr>
          <p:cNvPr id="150" name="SK-12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d88ea77c64a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" y="6101655"/>
            <a:ext cx="178594" cy="148828"/>
          </a:xfrm>
          <a:prstGeom xmlns:a="http://schemas.openxmlformats.org/drawingml/2006/main" prst="rect">
            <a:avLst/>
          </a:prstGeom>
        </p:spPr>
      </p:pic>
      <p:pic>
        <p:nvPicPr>
          <p:cNvPr id="151" name="SK-12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0b057ee84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6024563"/>
            <a:ext cx="5448300" cy="728663"/>
          </a:xfrm>
          <a:prstGeom xmlns:a="http://schemas.openxmlformats.org/drawingml/2006/main" prst="rect">
            <a:avLst/>
          </a:prstGeom>
        </p:spPr>
      </p:pic>
      <p:pic>
        <p:nvPicPr>
          <p:cNvPr id="152" name="SK-12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7c2b0d1bc45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6101655"/>
            <a:ext cx="178594" cy="148828"/>
          </a:xfrm>
          <a:prstGeom xmlns:a="http://schemas.openxmlformats.org/drawingml/2006/main" prst="rect">
            <a:avLst/>
          </a:prstGeom>
        </p:spPr>
      </p:pic>
      <p:pic>
        <p:nvPicPr>
          <p:cNvPr id="153" name="SK-12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d709edca54e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6296025"/>
            <a:ext cx="1323975" cy="200025"/>
          </a:xfrm>
          <a:prstGeom xmlns:a="http://schemas.openxmlformats.org/drawingml/2006/main" prst="rect">
            <a:avLst/>
          </a:prstGeom>
        </p:spPr>
      </p:pic>
      <p:pic>
        <p:nvPicPr>
          <p:cNvPr id="154" name="SK-12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7a470bf61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3350" y="6296025"/>
            <a:ext cx="990600" cy="200025"/>
          </a:xfrm>
          <a:prstGeom xmlns:a="http://schemas.openxmlformats.org/drawingml/2006/main" prst="rect">
            <a:avLst/>
          </a:prstGeom>
        </p:spPr>
      </p:pic>
      <p:pic>
        <p:nvPicPr>
          <p:cNvPr id="155" name="SK-12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b1d968e7c4c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6296025"/>
            <a:ext cx="1019175" cy="200025"/>
          </a:xfrm>
          <a:prstGeom xmlns:a="http://schemas.openxmlformats.org/drawingml/2006/main" prst="rect">
            <a:avLst/>
          </a:prstGeom>
        </p:spPr>
      </p:pic>
      <p:pic>
        <p:nvPicPr>
          <p:cNvPr id="156" name="SK-12-img-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45e62ff2849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53625" y="6296025"/>
            <a:ext cx="771525" cy="200025"/>
          </a:xfrm>
          <a:prstGeom xmlns:a="http://schemas.openxmlformats.org/drawingml/2006/main" prst="rect">
            <a:avLst/>
          </a:prstGeom>
        </p:spPr>
      </p:pic>
      <p:pic>
        <p:nvPicPr>
          <p:cNvPr id="157" name="SK-12-img-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afa17c6b0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6515100"/>
            <a:ext cx="771525" cy="200025"/>
          </a:xfrm>
          <a:prstGeom xmlns:a="http://schemas.openxmlformats.org/drawingml/2006/main" prst="rect">
            <a:avLst/>
          </a:prstGeom>
        </p:spPr>
      </p:pic>
      <p:pic>
        <p:nvPicPr>
          <p:cNvPr id="158" name="SK-12-img-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2b40560564a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6515100"/>
            <a:ext cx="1038225" cy="200025"/>
          </a:xfrm>
          <a:prstGeom xmlns:a="http://schemas.openxmlformats.org/drawingml/2006/main" prst="rect">
            <a:avLst/>
          </a:prstGeom>
        </p:spPr>
      </p:pic>
      <p:pic>
        <p:nvPicPr>
          <p:cNvPr id="159" name="SK-12-img-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2915ea0e340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6515100"/>
            <a:ext cx="1019175" cy="200025"/>
          </a:xfrm>
          <a:prstGeom xmlns:a="http://schemas.openxmlformats.org/drawingml/2006/main" prst="rect">
            <a:avLst/>
          </a:prstGeom>
        </p:spPr>
      </p:pic>
      <p:pic>
        <p:nvPicPr>
          <p:cNvPr id="160" name="SK-12-img-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e80ad4cf74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8800" y="6515100"/>
            <a:ext cx="790575" cy="200025"/>
          </a:xfrm>
          <a:prstGeom xmlns:a="http://schemas.openxmlformats.org/drawingml/2006/main" prst="rect">
            <a:avLst/>
          </a:prstGeom>
        </p:spPr>
      </p:pic>
      <p:sp>
        <p:nvSpPr>
          <p:cNvPr id="38" name="SK-12-text-37">
            <a:extLst xmlns:a="http://schemas.openxmlformats.org/drawingml/2006/main">
              <a:ext uri="{FF2B5EF4-FFF2-40B4-BE49-F238E27FC236}">
                <a16:creationId xmlns:a16="http://schemas.microsoft.com/office/drawing/2014/main" id="{37C4732B-C3D1-4880-808F-23C5C6A0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9" name="SK-12-text-38">
            <a:extLst xmlns:a="http://schemas.openxmlformats.org/drawingml/2006/main">
              <a:ext uri="{FF2B5EF4-FFF2-40B4-BE49-F238E27FC236}">
                <a16:creationId xmlns:a16="http://schemas.microsoft.com/office/drawing/2014/main" id="{33569430-9730-4D35-9017-CC887286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Integration &amp; Orchestration Agent</a:t>
            </a:r>
            <a:endParaRPr sz="2550"/>
          </a:p>
        </p:txBody>
      </p:sp>
      <p:sp>
        <p:nvSpPr>
          <p:cNvPr id="40" name="SK-12-text-39">
            <a:extLst xmlns:a="http://schemas.openxmlformats.org/drawingml/2006/main">
              <a:ext uri="{FF2B5EF4-FFF2-40B4-BE49-F238E27FC236}">
                <a16:creationId xmlns:a16="http://schemas.microsoft.com/office/drawing/2014/main" id="{60C4DD29-571A-406B-84FE-B6BB7E8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4365"/>
            <a:ext cx="11620500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>
                <a:solidFill>
                  <a:srgbClr val="475569"/>
                </a:solidFill>
              </a:rPr>
              <a:t>Logistics routing, minimum-necessary data sharing, and strict clinical boundaries from the patient's phone.</a:t>
            </a:r>
            <a:endParaRPr sz="1350"/>
          </a:p>
        </p:txBody>
      </p:sp>
      <p:sp>
        <p:nvSpPr>
          <p:cNvPr id="41" name="SK-12-text-40">
            <a:extLst xmlns:a="http://schemas.openxmlformats.org/drawingml/2006/main">
              <a:ext uri="{FF2B5EF4-FFF2-40B4-BE49-F238E27FC236}">
                <a16:creationId xmlns:a16="http://schemas.microsoft.com/office/drawing/2014/main" id="{404E5361-6394-49EA-83EA-3161F1F9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9" y="1219051"/>
            <a:ext cx="617607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SYSTEM ROLE</a:t>
            </a:r>
            <a:endParaRPr sz="1125"/>
          </a:p>
        </p:txBody>
      </p:sp>
      <p:sp>
        <p:nvSpPr>
          <p:cNvPr id="42" name="SK-12-text-41">
            <a:extLst xmlns:a="http://schemas.openxmlformats.org/drawingml/2006/main">
              <a:ext uri="{FF2B5EF4-FFF2-40B4-BE49-F238E27FC236}">
                <a16:creationId xmlns:a16="http://schemas.microsoft.com/office/drawing/2014/main" id="{6246EF8A-9F48-455A-B217-97A18E90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33364"/>
            <a:ext cx="617607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475569"/>
                </a:solidFill>
              </a:rPr>
              <a:t>You are the patient's integrated, hospital-agnostic logistics coordinator operating from the phone. Reduce waiting and coordination effort across hospitals while preserving patient control, privacy, accessibility, and clinical authority.</a:t>
            </a:r>
            <a:endParaRPr sz="1050"/>
          </a:p>
        </p:txBody>
      </p:sp>
      <p:sp>
        <p:nvSpPr>
          <p:cNvPr id="43" name="SK-12-text-42">
            <a:extLst xmlns:a="http://schemas.openxmlformats.org/drawingml/2006/main">
              <a:ext uri="{FF2B5EF4-FFF2-40B4-BE49-F238E27FC236}">
                <a16:creationId xmlns:a16="http://schemas.microsoft.com/office/drawing/2014/main" id="{C30C137D-A021-4922-B189-3A6C70C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9" y="2195364"/>
            <a:ext cx="617607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PRIMARY JOB</a:t>
            </a:r>
            <a:endParaRPr sz="1125"/>
          </a:p>
        </p:txBody>
      </p:sp>
      <p:sp>
        <p:nvSpPr>
          <p:cNvPr id="44" name="SK-12-text-43">
            <a:extLst xmlns:a="http://schemas.openxmlformats.org/drawingml/2006/main">
              <a:ext uri="{FF2B5EF4-FFF2-40B4-BE49-F238E27FC236}">
                <a16:creationId xmlns:a16="http://schemas.microsoft.com/office/drawing/2014/main" id="{AFD8BB09-D13A-445E-866E-6756E203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09676"/>
            <a:ext cx="6042720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 b="1">
                <a:solidFill>
                  <a:srgbClr val="0F172A"/>
                </a:solidFill>
              </a:rPr>
              <a:t>Single contact</a:t>
            </a:r>
            <a:r>
              <a:rPr sz="975">
                <a:solidFill>
                  <a:srgbClr val="475569"/>
                </a:solidFill>
              </a:rPr>
              <a:t> for all coordination.</a:t>
            </a:r>
            <a:endParaRPr sz="975"/>
          </a:p>
        </p:txBody>
      </p:sp>
      <p:sp>
        <p:nvSpPr>
          <p:cNvPr id="45" name="SK-12-text-44">
            <a:extLst xmlns:a="http://schemas.openxmlformats.org/drawingml/2006/main">
              <a:ext uri="{FF2B5EF4-FFF2-40B4-BE49-F238E27FC236}">
                <a16:creationId xmlns:a16="http://schemas.microsoft.com/office/drawing/2014/main" id="{DA6D51BE-A1CC-4E52-8049-DF4ABE8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08213"/>
            <a:ext cx="6832941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>
                <a:solidFill>
                  <a:srgbClr val="475569"/>
                </a:solidFill>
              </a:rPr>
              <a:t>Understand </a:t>
            </a:r>
            <a:r>
              <a:rPr sz="975" b="1">
                <a:solidFill>
                  <a:srgbClr val="0F172A"/>
                </a:solidFill>
              </a:rPr>
              <a:t>logistical intent</a:t>
            </a:r>
            <a:r>
              <a:rPr sz="975">
                <a:solidFill>
                  <a:srgbClr val="475569"/>
                </a:solidFill>
              </a:rPr>
              <a:t> in plain language.</a:t>
            </a:r>
            <a:endParaRPr sz="975"/>
          </a:p>
        </p:txBody>
      </p:sp>
      <p:sp>
        <p:nvSpPr>
          <p:cNvPr id="46" name="SK-12-text-45">
            <a:extLst xmlns:a="http://schemas.openxmlformats.org/drawingml/2006/main">
              <a:ext uri="{FF2B5EF4-FFF2-40B4-BE49-F238E27FC236}">
                <a16:creationId xmlns:a16="http://schemas.microsoft.com/office/drawing/2014/main" id="{ED5931A3-F869-4360-B443-DFC026D3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06750"/>
            <a:ext cx="6687560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>
                <a:solidFill>
                  <a:srgbClr val="475569"/>
                </a:solidFill>
              </a:rPr>
              <a:t>Route to </a:t>
            </a:r>
            <a:r>
              <a:rPr sz="975" b="1">
                <a:solidFill>
                  <a:srgbClr val="0F172A"/>
                </a:solidFill>
              </a:rPr>
              <a:t>correct hospital</a:t>
            </a:r>
            <a:r>
              <a:rPr sz="975">
                <a:solidFill>
                  <a:srgbClr val="475569"/>
                </a:solidFill>
              </a:rPr>
              <a:t> &amp; specialized agent.</a:t>
            </a:r>
            <a:endParaRPr sz="975"/>
          </a:p>
        </p:txBody>
      </p:sp>
      <p:sp>
        <p:nvSpPr>
          <p:cNvPr id="47" name="SK-12-text-46">
            <a:extLst xmlns:a="http://schemas.openxmlformats.org/drawingml/2006/main">
              <a:ext uri="{FF2B5EF4-FFF2-40B4-BE49-F238E27FC236}">
                <a16:creationId xmlns:a16="http://schemas.microsoft.com/office/drawing/2014/main" id="{546857CD-FF35-482D-A8FF-30F26D3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05286"/>
            <a:ext cx="8944486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>
                <a:solidFill>
                  <a:srgbClr val="475569"/>
                </a:solidFill>
              </a:rPr>
              <a:t>Manage appointments, arrival, location, queue, accessibility.</a:t>
            </a:r>
            <a:endParaRPr sz="975"/>
          </a:p>
        </p:txBody>
      </p:sp>
      <p:sp>
        <p:nvSpPr>
          <p:cNvPr id="48" name="SK-12-text-47">
            <a:extLst xmlns:a="http://schemas.openxmlformats.org/drawingml/2006/main">
              <a:ext uri="{FF2B5EF4-FFF2-40B4-BE49-F238E27FC236}">
                <a16:creationId xmlns:a16="http://schemas.microsoft.com/office/drawing/2014/main" id="{4DF56CCE-3DD0-466B-8FC9-75AE3CA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3823"/>
            <a:ext cx="6687560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 b="1">
                <a:solidFill>
                  <a:srgbClr val="0F172A"/>
                </a:solidFill>
              </a:rPr>
              <a:t>Asynchronous</a:t>
            </a:r>
            <a:r>
              <a:rPr sz="975">
                <a:solidFill>
                  <a:srgbClr val="475569"/>
                </a:solidFill>
              </a:rPr>
              <a:t> contact; only when action needed.</a:t>
            </a:r>
            <a:endParaRPr sz="975"/>
          </a:p>
        </p:txBody>
      </p:sp>
      <p:sp>
        <p:nvSpPr>
          <p:cNvPr id="49" name="SK-12-text-48">
            <a:extLst xmlns:a="http://schemas.openxmlformats.org/drawingml/2006/main">
              <a:ext uri="{FF2B5EF4-FFF2-40B4-BE49-F238E27FC236}">
                <a16:creationId xmlns:a16="http://schemas.microsoft.com/office/drawing/2014/main" id="{7F2BF77F-2316-4ECD-9195-6405B6F7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9" y="3545235"/>
            <a:ext cx="617607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AUTHORIZED CONTACTS</a:t>
            </a:r>
            <a:endParaRPr sz="1125"/>
          </a:p>
        </p:txBody>
      </p:sp>
      <p:sp>
        <p:nvSpPr>
          <p:cNvPr id="50" name="SK-12-text-49">
            <a:extLst xmlns:a="http://schemas.openxmlformats.org/drawingml/2006/main">
              <a:ext uri="{FF2B5EF4-FFF2-40B4-BE49-F238E27FC236}">
                <a16:creationId xmlns:a16="http://schemas.microsoft.com/office/drawing/2014/main" id="{AEDAFEE1-11A7-48EB-BFCD-1813EE0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59547"/>
            <a:ext cx="6176070" cy="5799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Initiate connections only when needed with Hospital Orchestrator or specialized agents (admission, scheduling, billing, pharmacy, nursing, physiotherapy, transport, support). Maintain </a:t>
            </a:r>
            <a:r>
              <a:rPr sz="1050" b="1">
                <a:solidFill>
                  <a:srgbClr val="475569"/>
                </a:solidFill>
              </a:rPr>
              <a:t>separate context</a:t>
            </a:r>
            <a:r>
              <a:rPr sz="1050">
                <a:solidFill>
                  <a:srgbClr val="475569"/>
                </a:solidFill>
              </a:rPr>
              <a:t> per hospital &amp; agent; never merge unless explicit cross-hospital workflow.</a:t>
            </a:r>
            <a:endParaRPr sz="1050"/>
          </a:p>
        </p:txBody>
      </p:sp>
      <p:sp>
        <p:nvSpPr>
          <p:cNvPr id="51" name="SK-12-text-50">
            <a:extLst xmlns:a="http://schemas.openxmlformats.org/drawingml/2006/main">
              <a:ext uri="{FF2B5EF4-FFF2-40B4-BE49-F238E27FC236}">
                <a16:creationId xmlns:a16="http://schemas.microsoft.com/office/drawing/2014/main" id="{AA702A9E-DD79-4699-AF0C-C9189C2E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9" y="4501455"/>
            <a:ext cx="617607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DATA ACCESS</a:t>
            </a:r>
            <a:endParaRPr sz="1125"/>
          </a:p>
        </p:txBody>
      </p:sp>
      <p:sp>
        <p:nvSpPr>
          <p:cNvPr id="52" name="SK-12-text-51">
            <a:extLst xmlns:a="http://schemas.openxmlformats.org/drawingml/2006/main">
              <a:ext uri="{FF2B5EF4-FFF2-40B4-BE49-F238E27FC236}">
                <a16:creationId xmlns:a16="http://schemas.microsoft.com/office/drawing/2014/main" id="{F4B8F7F1-9819-4ECC-8C9C-D9178E5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15768"/>
            <a:ext cx="11306175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>
                <a:solidFill>
                  <a:srgbClr val="475569"/>
                </a:solidFill>
              </a:rPr>
              <a:t>Minimum current data: appointment, queue, readiness, relevant history, location, accessibility.</a:t>
            </a:r>
            <a:endParaRPr sz="975"/>
          </a:p>
        </p:txBody>
      </p:sp>
      <p:sp>
        <p:nvSpPr>
          <p:cNvPr id="53" name="SK-12-text-52">
            <a:extLst xmlns:a="http://schemas.openxmlformats.org/drawingml/2006/main">
              <a:ext uri="{FF2B5EF4-FFF2-40B4-BE49-F238E27FC236}">
                <a16:creationId xmlns:a16="http://schemas.microsoft.com/office/drawing/2014/main" id="{394659C5-7E13-4E16-85BE-3DB9CE20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14305"/>
            <a:ext cx="8799104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>
                <a:solidFill>
                  <a:srgbClr val="475569"/>
                </a:solidFill>
              </a:rPr>
              <a:t>Lab/test readiness, pharmacy queue, department availability.</a:t>
            </a:r>
            <a:endParaRPr sz="975"/>
          </a:p>
        </p:txBody>
      </p:sp>
      <p:sp>
        <p:nvSpPr>
          <p:cNvPr id="54" name="SK-12-text-53">
            <a:extLst xmlns:a="http://schemas.openxmlformats.org/drawingml/2006/main">
              <a:ext uri="{FF2B5EF4-FFF2-40B4-BE49-F238E27FC236}">
                <a16:creationId xmlns:a16="http://schemas.microsoft.com/office/drawing/2014/main" id="{F36D20E3-D7B9-4A07-9E33-0A40F67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12841"/>
            <a:ext cx="6251415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 b="1">
                <a:solidFill>
                  <a:srgbClr val="0F172A"/>
                </a:solidFill>
              </a:rPr>
              <a:t>Time-limited</a:t>
            </a:r>
            <a:r>
              <a:rPr sz="975">
                <a:solidFill>
                  <a:srgbClr val="475569"/>
                </a:solidFill>
              </a:rPr>
              <a:t> access, audit trail preserved.</a:t>
            </a:r>
            <a:endParaRPr sz="975"/>
          </a:p>
        </p:txBody>
      </p:sp>
      <p:sp>
        <p:nvSpPr>
          <p:cNvPr id="55" name="SK-12-text-54">
            <a:extLst xmlns:a="http://schemas.openxmlformats.org/drawingml/2006/main">
              <a:ext uri="{FF2B5EF4-FFF2-40B4-BE49-F238E27FC236}">
                <a16:creationId xmlns:a16="http://schemas.microsoft.com/office/drawing/2014/main" id="{483AB7BD-B485-4425-8EFD-D57961A3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688" y="1219051"/>
            <a:ext cx="399663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DATA SHARING</a:t>
            </a:r>
            <a:endParaRPr sz="1125"/>
          </a:p>
        </p:txBody>
      </p:sp>
      <p:sp>
        <p:nvSpPr>
          <p:cNvPr id="56" name="SK-12-text-55">
            <a:extLst xmlns:a="http://schemas.openxmlformats.org/drawingml/2006/main">
              <a:ext uri="{FF2B5EF4-FFF2-40B4-BE49-F238E27FC236}">
                <a16:creationId xmlns:a16="http://schemas.microsoft.com/office/drawing/2014/main" id="{A4C364D4-B4AE-4DC5-8695-F32C9F0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1433364"/>
            <a:ext cx="4615755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>
                <a:solidFill>
                  <a:srgbClr val="475569"/>
                </a:solidFill>
              </a:rPr>
              <a:t>Appointment → scheduling; medication → pharmacy; insurance → billing.</a:t>
            </a:r>
            <a:endParaRPr sz="975"/>
          </a:p>
        </p:txBody>
      </p:sp>
      <p:sp>
        <p:nvSpPr>
          <p:cNvPr id="57" name="SK-12-text-56">
            <a:extLst xmlns:a="http://schemas.openxmlformats.org/drawingml/2006/main">
              <a:ext uri="{FF2B5EF4-FFF2-40B4-BE49-F238E27FC236}">
                <a16:creationId xmlns:a16="http://schemas.microsoft.com/office/drawing/2014/main" id="{473B9BB2-B7B9-4E45-A99B-5463021D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1631900"/>
            <a:ext cx="4615755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>
                <a:solidFill>
                  <a:srgbClr val="475569"/>
                </a:solidFill>
              </a:rPr>
              <a:t>Estimated arrival, accessibility, readiness → orchestrator.</a:t>
            </a:r>
            <a:endParaRPr sz="975"/>
          </a:p>
        </p:txBody>
      </p:sp>
      <p:sp>
        <p:nvSpPr>
          <p:cNvPr id="58" name="SK-12-text-57">
            <a:extLst xmlns:a="http://schemas.openxmlformats.org/drawingml/2006/main">
              <a:ext uri="{FF2B5EF4-FFF2-40B4-BE49-F238E27FC236}">
                <a16:creationId xmlns:a16="http://schemas.microsoft.com/office/drawing/2014/main" id="{C412F2E2-328A-4E6C-A48E-BE6F0010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1830437"/>
            <a:ext cx="4615755" cy="179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14"/>
              </a:lnSpc>
              <a:buNone/>
            </a:pPr>
            <a:r>
              <a:rPr sz="975" b="1">
                <a:solidFill>
                  <a:srgbClr val="0F172A"/>
                </a:solidFill>
              </a:rPr>
              <a:t>No unrelated medical history</a:t>
            </a:r>
            <a:r>
              <a:rPr sz="975">
                <a:solidFill>
                  <a:srgbClr val="475569"/>
                </a:solidFill>
              </a:rPr>
              <a:t>; never cross-patient or cross-hospital.</a:t>
            </a:r>
            <a:endParaRPr sz="975"/>
          </a:p>
        </p:txBody>
      </p:sp>
      <p:sp>
        <p:nvSpPr>
          <p:cNvPr id="59" name="SK-12-text-58">
            <a:extLst xmlns:a="http://schemas.openxmlformats.org/drawingml/2006/main">
              <a:ext uri="{FF2B5EF4-FFF2-40B4-BE49-F238E27FC236}">
                <a16:creationId xmlns:a16="http://schemas.microsoft.com/office/drawing/2014/main" id="{1381339F-56C8-44EC-B5CF-5B05DA53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688" y="2162324"/>
            <a:ext cx="399663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ROUTING POLICY</a:t>
            </a:r>
            <a:endParaRPr sz="1125"/>
          </a:p>
        </p:txBody>
      </p:sp>
      <p:sp>
        <p:nvSpPr>
          <p:cNvPr id="60" name="SK-12-text-59">
            <a:extLst xmlns:a="http://schemas.openxmlformats.org/drawingml/2006/main">
              <a:ext uri="{FF2B5EF4-FFF2-40B4-BE49-F238E27FC236}">
                <a16:creationId xmlns:a16="http://schemas.microsoft.com/office/drawing/2014/main" id="{0E219676-9B34-4964-8B4A-D86159CF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5" y="2376636"/>
            <a:ext cx="388233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Identify logistical goal.</a:t>
            </a:r>
            <a:endParaRPr sz="900"/>
          </a:p>
        </p:txBody>
      </p:sp>
      <p:sp>
        <p:nvSpPr>
          <p:cNvPr id="61" name="SK-12-text-60">
            <a:extLst xmlns:a="http://schemas.openxmlformats.org/drawingml/2006/main">
              <a:ext uri="{FF2B5EF4-FFF2-40B4-BE49-F238E27FC236}">
                <a16:creationId xmlns:a16="http://schemas.microsoft.com/office/drawing/2014/main" id="{54BD8DFB-E278-41D5-871E-8F1A6346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5" y="2555677"/>
            <a:ext cx="455860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Identify hospital, appointment, urgency, accessibility.</a:t>
            </a:r>
            <a:endParaRPr sz="900"/>
          </a:p>
        </p:txBody>
      </p:sp>
      <p:sp>
        <p:nvSpPr>
          <p:cNvPr id="62" name="SK-12-text-61">
            <a:extLst xmlns:a="http://schemas.openxmlformats.org/drawingml/2006/main">
              <a:ext uri="{FF2B5EF4-FFF2-40B4-BE49-F238E27FC236}">
                <a16:creationId xmlns:a16="http://schemas.microsoft.com/office/drawing/2014/main" id="{6B3A2D4C-967B-4DBA-A9C6-FB923E57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5" y="2734717"/>
            <a:ext cx="388233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Choose smallest agent set.</a:t>
            </a:r>
            <a:endParaRPr sz="900"/>
          </a:p>
        </p:txBody>
      </p:sp>
      <p:sp>
        <p:nvSpPr>
          <p:cNvPr id="63" name="SK-12-text-62">
            <a:extLst xmlns:a="http://schemas.openxmlformats.org/drawingml/2006/main">
              <a:ext uri="{FF2B5EF4-FFF2-40B4-BE49-F238E27FC236}">
                <a16:creationId xmlns:a16="http://schemas.microsoft.com/office/drawing/2014/main" id="{07A61684-5C37-449D-8EBB-CD8FB34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5" y="2913757"/>
            <a:ext cx="455860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One concise clarifying question if ambiguous.</a:t>
            </a:r>
            <a:endParaRPr sz="900"/>
          </a:p>
        </p:txBody>
      </p:sp>
      <p:sp>
        <p:nvSpPr>
          <p:cNvPr id="64" name="SK-12-text-63">
            <a:extLst xmlns:a="http://schemas.openxmlformats.org/drawingml/2006/main">
              <a:ext uri="{FF2B5EF4-FFF2-40B4-BE49-F238E27FC236}">
                <a16:creationId xmlns:a16="http://schemas.microsoft.com/office/drawing/2014/main" id="{B88FE81E-4590-4CE2-BC75-6AE51CC8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5" y="3092797"/>
            <a:ext cx="455860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Send structured request, minimum data.</a:t>
            </a:r>
            <a:endParaRPr sz="900"/>
          </a:p>
        </p:txBody>
      </p:sp>
      <p:sp>
        <p:nvSpPr>
          <p:cNvPr id="65" name="SK-12-text-64">
            <a:extLst xmlns:a="http://schemas.openxmlformats.org/drawingml/2006/main">
              <a:ext uri="{FF2B5EF4-FFF2-40B4-BE49-F238E27FC236}">
                <a16:creationId xmlns:a16="http://schemas.microsoft.com/office/drawing/2014/main" id="{58BF9572-1FF8-475F-83D6-F1298BD7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5" y="3271838"/>
            <a:ext cx="455860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Wait asynchronously; no synchronous loop.</a:t>
            </a:r>
            <a:endParaRPr sz="900"/>
          </a:p>
        </p:txBody>
      </p:sp>
      <p:sp>
        <p:nvSpPr>
          <p:cNvPr id="66" name="SK-12-text-65">
            <a:extLst xmlns:a="http://schemas.openxmlformats.org/drawingml/2006/main">
              <a:ext uri="{FF2B5EF4-FFF2-40B4-BE49-F238E27FC236}">
                <a16:creationId xmlns:a16="http://schemas.microsoft.com/office/drawing/2014/main" id="{1750D5D1-037D-45AA-AC0C-1E4C300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5" y="3450878"/>
            <a:ext cx="455860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Confirm next action in plain language.</a:t>
            </a:r>
            <a:endParaRPr sz="900"/>
          </a:p>
        </p:txBody>
      </p:sp>
      <p:sp>
        <p:nvSpPr>
          <p:cNvPr id="67" name="SK-12-text-66">
            <a:extLst xmlns:a="http://schemas.openxmlformats.org/drawingml/2006/main">
              <a:ext uri="{FF2B5EF4-FFF2-40B4-BE49-F238E27FC236}">
                <a16:creationId xmlns:a16="http://schemas.microsoft.com/office/drawing/2014/main" id="{B489CBFA-009F-4141-8AB0-18580333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688" y="3763268"/>
            <a:ext cx="399663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BOUNDARIES</a:t>
            </a:r>
            <a:endParaRPr sz="1125"/>
          </a:p>
        </p:txBody>
      </p:sp>
      <p:sp>
        <p:nvSpPr>
          <p:cNvPr id="68" name="SK-12-text-67">
            <a:extLst xmlns:a="http://schemas.openxmlformats.org/drawingml/2006/main">
              <a:ext uri="{FF2B5EF4-FFF2-40B4-BE49-F238E27FC236}">
                <a16:creationId xmlns:a16="http://schemas.microsoft.com/office/drawing/2014/main" id="{90053EC9-FA24-482F-8967-264CE2D0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970" y="3977580"/>
            <a:ext cx="453003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Never diagnose, treat, or interpret clinical results.</a:t>
            </a:r>
            <a:endParaRPr sz="900"/>
          </a:p>
        </p:txBody>
      </p:sp>
      <p:sp>
        <p:nvSpPr>
          <p:cNvPr id="69" name="SK-12-text-68">
            <a:extLst xmlns:a="http://schemas.openxmlformats.org/drawingml/2006/main">
              <a:ext uri="{FF2B5EF4-FFF2-40B4-BE49-F238E27FC236}">
                <a16:creationId xmlns:a16="http://schemas.microsoft.com/office/drawing/2014/main" id="{B8183906-B4BA-4210-BFCB-161A5434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970" y="4156621"/>
            <a:ext cx="453003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Redirect emergencies to emergency services immediately.</a:t>
            </a:r>
            <a:endParaRPr sz="900"/>
          </a:p>
        </p:txBody>
      </p:sp>
      <p:sp>
        <p:nvSpPr>
          <p:cNvPr id="70" name="SK-12-text-69">
            <a:extLst xmlns:a="http://schemas.openxmlformats.org/drawingml/2006/main">
              <a:ext uri="{FF2B5EF4-FFF2-40B4-BE49-F238E27FC236}">
                <a16:creationId xmlns:a16="http://schemas.microsoft.com/office/drawing/2014/main" id="{6FBF0C99-7975-4151-8D5C-FA6DB6E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970" y="4335661"/>
            <a:ext cx="453003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Never override, contradict, or reinterpret licensed staff.</a:t>
            </a:r>
            <a:endParaRPr sz="900"/>
          </a:p>
        </p:txBody>
      </p:sp>
      <p:sp>
        <p:nvSpPr>
          <p:cNvPr id="71" name="SK-12-text-70">
            <a:extLst xmlns:a="http://schemas.openxmlformats.org/drawingml/2006/main">
              <a:ext uri="{FF2B5EF4-FFF2-40B4-BE49-F238E27FC236}">
                <a16:creationId xmlns:a16="http://schemas.microsoft.com/office/drawing/2014/main" id="{CEE1F1A4-2158-4047-B96D-964F562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970" y="4514701"/>
            <a:ext cx="4530030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475569"/>
                </a:solidFill>
              </a:rPr>
              <a:t>No promises of clinical outcome or invented queue times.</a:t>
            </a:r>
            <a:endParaRPr sz="900"/>
          </a:p>
        </p:txBody>
      </p:sp>
      <p:sp>
        <p:nvSpPr>
          <p:cNvPr id="72" name="SK-12-text-71">
            <a:extLst xmlns:a="http://schemas.openxmlformats.org/drawingml/2006/main">
              <a:ext uri="{FF2B5EF4-FFF2-40B4-BE49-F238E27FC236}">
                <a16:creationId xmlns:a16="http://schemas.microsoft.com/office/drawing/2014/main" id="{ADB8377F-68E7-4DDD-A49D-E7F7913A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688" y="4827091"/>
            <a:ext cx="399663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EDGE CASES</a:t>
            </a:r>
            <a:endParaRPr sz="1125"/>
          </a:p>
        </p:txBody>
      </p:sp>
      <p:sp>
        <p:nvSpPr>
          <p:cNvPr id="73" name="SK-12-text-72">
            <a:extLst xmlns:a="http://schemas.openxmlformats.org/drawingml/2006/main">
              <a:ext uri="{FF2B5EF4-FFF2-40B4-BE49-F238E27FC236}">
                <a16:creationId xmlns:a16="http://schemas.microsoft.com/office/drawing/2014/main" id="{0A27E876-4B36-4B38-9374-82D1B5D2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5041404"/>
            <a:ext cx="461575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 b="1">
                <a:solidFill>
                  <a:srgbClr val="0F172A"/>
                </a:solidFill>
              </a:rPr>
              <a:t>Patient unavailable:</a:t>
            </a:r>
            <a:r>
              <a:rPr sz="900">
                <a:solidFill>
                  <a:srgbClr val="475569"/>
                </a:solidFill>
              </a:rPr>
              <a:t> preserve request, escalate time-sensitive items.</a:t>
            </a:r>
            <a:endParaRPr sz="900"/>
          </a:p>
        </p:txBody>
      </p:sp>
      <p:sp>
        <p:nvSpPr>
          <p:cNvPr id="74" name="SK-12-text-73">
            <a:extLst xmlns:a="http://schemas.openxmlformats.org/drawingml/2006/main">
              <a:ext uri="{FF2B5EF4-FFF2-40B4-BE49-F238E27FC236}">
                <a16:creationId xmlns:a16="http://schemas.microsoft.com/office/drawing/2014/main" id="{EE4FF69C-705F-40D7-8C3C-CF13D59A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5220444"/>
            <a:ext cx="461575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 b="1">
                <a:solidFill>
                  <a:srgbClr val="0F172A"/>
                </a:solidFill>
              </a:rPr>
              <a:t>Hospital overwhelmed:</a:t>
            </a:r>
            <a:r>
              <a:rPr sz="900">
                <a:solidFill>
                  <a:srgbClr val="475569"/>
                </a:solidFill>
              </a:rPr>
              <a:t> offer alternative window, explain plainly.</a:t>
            </a:r>
            <a:endParaRPr sz="900"/>
          </a:p>
        </p:txBody>
      </p:sp>
      <p:sp>
        <p:nvSpPr>
          <p:cNvPr id="75" name="SK-12-text-74">
            <a:extLst xmlns:a="http://schemas.openxmlformats.org/drawingml/2006/main">
              <a:ext uri="{FF2B5EF4-FFF2-40B4-BE49-F238E27FC236}">
                <a16:creationId xmlns:a16="http://schemas.microsoft.com/office/drawing/2014/main" id="{73450D7B-2F33-4D44-99CB-A065BD79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5399484"/>
            <a:ext cx="461575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 b="1">
                <a:solidFill>
                  <a:srgbClr val="0F172A"/>
                </a:solidFill>
              </a:rPr>
              <a:t>Conflicting priorities:</a:t>
            </a:r>
            <a:r>
              <a:rPr sz="900">
                <a:solidFill>
                  <a:srgbClr val="475569"/>
                </a:solidFill>
              </a:rPr>
              <a:t> clinical authority always wins.</a:t>
            </a:r>
            <a:endParaRPr sz="900"/>
          </a:p>
        </p:txBody>
      </p:sp>
      <p:sp>
        <p:nvSpPr>
          <p:cNvPr id="76" name="SK-12-text-75">
            <a:extLst xmlns:a="http://schemas.openxmlformats.org/drawingml/2006/main">
              <a:ext uri="{FF2B5EF4-FFF2-40B4-BE49-F238E27FC236}">
                <a16:creationId xmlns:a16="http://schemas.microsoft.com/office/drawing/2014/main" id="{F22148F8-3619-44A6-9E82-4AD03CEB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5578525"/>
            <a:ext cx="461575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 b="1">
                <a:solidFill>
                  <a:srgbClr val="0F172A"/>
                </a:solidFill>
              </a:rPr>
              <a:t>Agent unavailable:</a:t>
            </a:r>
            <a:r>
              <a:rPr sz="900">
                <a:solidFill>
                  <a:srgbClr val="475569"/>
                </a:solidFill>
              </a:rPr>
              <a:t> retry, route to orchestrator, human fallback.</a:t>
            </a:r>
            <a:endParaRPr sz="900"/>
          </a:p>
        </p:txBody>
      </p:sp>
      <p:sp>
        <p:nvSpPr>
          <p:cNvPr id="77" name="SK-12-text-76">
            <a:extLst xmlns:a="http://schemas.openxmlformats.org/drawingml/2006/main">
              <a:ext uri="{FF2B5EF4-FFF2-40B4-BE49-F238E27FC236}">
                <a16:creationId xmlns:a16="http://schemas.microsoft.com/office/drawing/2014/main" id="{21ABC7CB-DE8A-4F42-85F2-73D7D6A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5" y="5757565"/>
            <a:ext cx="4615755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buNone/>
            </a:pPr>
            <a:r>
              <a:rPr sz="900" b="1">
                <a:solidFill>
                  <a:srgbClr val="0F172A"/>
                </a:solidFill>
              </a:rPr>
              <a:t>Cross-hospital ambiguity:</a:t>
            </a:r>
            <a:r>
              <a:rPr sz="900">
                <a:solidFill>
                  <a:srgbClr val="475569"/>
                </a:solidFill>
              </a:rPr>
              <a:t> stop and confirm context.</a:t>
            </a:r>
            <a:endParaRPr sz="900"/>
          </a:p>
        </p:txBody>
      </p:sp>
      <p:sp>
        <p:nvSpPr>
          <p:cNvPr id="78" name="SK-12-text-77">
            <a:extLst xmlns:a="http://schemas.openxmlformats.org/drawingml/2006/main">
              <a:ext uri="{FF2B5EF4-FFF2-40B4-BE49-F238E27FC236}">
                <a16:creationId xmlns:a16="http://schemas.microsoft.com/office/drawing/2014/main" id="{15F042B9-02D4-4296-A89B-B5C6EEE7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9" y="6062663"/>
            <a:ext cx="51244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 COMMUNICATION STYLE</a:t>
            </a:r>
            <a:endParaRPr sz="1125"/>
          </a:p>
        </p:txBody>
      </p:sp>
      <p:sp>
        <p:nvSpPr>
          <p:cNvPr id="79" name="SK-12-text-78">
            <a:extLst xmlns:a="http://schemas.openxmlformats.org/drawingml/2006/main">
              <a:ext uri="{FF2B5EF4-FFF2-40B4-BE49-F238E27FC236}">
                <a16:creationId xmlns:a16="http://schemas.microsoft.com/office/drawing/2014/main" id="{910EEA70-753E-4024-801F-2B2D2943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96025"/>
            <a:ext cx="5124450" cy="3732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70"/>
              </a:lnSpc>
              <a:buNone/>
            </a:pPr>
            <a:r>
              <a:rPr sz="1050">
                <a:solidFill>
                  <a:srgbClr val="475569"/>
                </a:solidFill>
              </a:rPr>
              <a:t>Warm, plain language and short steps. Voice-first with text/app fallback; read-back confirmations; allow extra time; no clinical guidance.</a:t>
            </a:r>
            <a:endParaRPr sz="1050"/>
          </a:p>
        </p:txBody>
      </p:sp>
      <p:sp>
        <p:nvSpPr>
          <p:cNvPr id="80" name="SK-12-text-79">
            <a:extLst xmlns:a="http://schemas.openxmlformats.org/drawingml/2006/main">
              <a:ext uri="{FF2B5EF4-FFF2-40B4-BE49-F238E27FC236}">
                <a16:creationId xmlns:a16="http://schemas.microsoft.com/office/drawing/2014/main" id="{2151F515-C082-4ADA-9706-E5BB985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869" y="6062663"/>
            <a:ext cx="512445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8"/>
              </a:lnSpc>
              <a:buNone/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 SUCCESS &amp; LEARNING</a:t>
            </a:r>
            <a:endParaRPr sz="1125"/>
          </a:p>
        </p:txBody>
      </p:sp>
      <p:sp>
        <p:nvSpPr>
          <p:cNvPr id="81" name="SK-12-text-80">
            <a:extLst xmlns:a="http://schemas.openxmlformats.org/drawingml/2006/main">
              <a:ext uri="{FF2B5EF4-FFF2-40B4-BE49-F238E27FC236}">
                <a16:creationId xmlns:a16="http://schemas.microsoft.com/office/drawing/2014/main" id="{A3EDF995-4574-4B0C-B913-9C59AC29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296025"/>
            <a:ext cx="2705922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Coordination response time</a:t>
            </a:r>
            <a:endParaRPr sz="750"/>
          </a:p>
        </p:txBody>
      </p:sp>
      <p:sp>
        <p:nvSpPr>
          <p:cNvPr id="82" name="SK-12-text-81">
            <a:extLst xmlns:a="http://schemas.openxmlformats.org/drawingml/2006/main">
              <a:ext uri="{FF2B5EF4-FFF2-40B4-BE49-F238E27FC236}">
                <a16:creationId xmlns:a16="http://schemas.microsoft.com/office/drawing/2014/main" id="{FB6F62DB-DE3A-47CB-9316-4C526AA2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296025"/>
            <a:ext cx="2010508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Patient satisfaction</a:t>
            </a:r>
            <a:endParaRPr sz="750"/>
          </a:p>
        </p:txBody>
      </p:sp>
      <p:sp>
        <p:nvSpPr>
          <p:cNvPr id="83" name="SK-12-text-82">
            <a:extLst xmlns:a="http://schemas.openxmlformats.org/drawingml/2006/main">
              <a:ext uri="{FF2B5EF4-FFF2-40B4-BE49-F238E27FC236}">
                <a16:creationId xmlns:a16="http://schemas.microsoft.com/office/drawing/2014/main" id="{CF4D7961-0526-41FD-8E1C-C88BA84F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296025"/>
            <a:ext cx="192316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Wait-time reduction</a:t>
            </a:r>
            <a:endParaRPr sz="750"/>
          </a:p>
        </p:txBody>
      </p:sp>
      <p:sp>
        <p:nvSpPr>
          <p:cNvPr id="84" name="SK-12-text-83">
            <a:extLst xmlns:a="http://schemas.openxmlformats.org/drawingml/2006/main">
              <a:ext uri="{FF2B5EF4-FFF2-40B4-BE49-F238E27FC236}">
                <a16:creationId xmlns:a16="http://schemas.microsoft.com/office/drawing/2014/main" id="{B516EAF8-4437-4D4B-84BF-8BCA137C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296025"/>
            <a:ext cx="1360311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Handoff errors</a:t>
            </a:r>
            <a:endParaRPr sz="750"/>
          </a:p>
        </p:txBody>
      </p:sp>
      <p:sp>
        <p:nvSpPr>
          <p:cNvPr id="85" name="SK-12-text-84">
            <a:extLst xmlns:a="http://schemas.openxmlformats.org/drawingml/2006/main">
              <a:ext uri="{FF2B5EF4-FFF2-40B4-BE49-F238E27FC236}">
                <a16:creationId xmlns:a16="http://schemas.microsoft.com/office/drawing/2014/main" id="{63161A60-E706-49E2-8470-12C18D6E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15100"/>
            <a:ext cx="1360311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Missed actions</a:t>
            </a:r>
            <a:endParaRPr sz="750"/>
          </a:p>
        </p:txBody>
      </p:sp>
      <p:sp>
        <p:nvSpPr>
          <p:cNvPr id="86" name="SK-12-text-85">
            <a:extLst xmlns:a="http://schemas.openxmlformats.org/drawingml/2006/main">
              <a:ext uri="{FF2B5EF4-FFF2-40B4-BE49-F238E27FC236}">
                <a16:creationId xmlns:a16="http://schemas.microsoft.com/office/drawing/2014/main" id="{AD24E21C-EE1A-45A5-BE97-45C1975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515100"/>
            <a:ext cx="2124162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Accessibility success</a:t>
            </a:r>
            <a:endParaRPr sz="750"/>
          </a:p>
        </p:txBody>
      </p:sp>
      <p:sp>
        <p:nvSpPr>
          <p:cNvPr id="87" name="SK-12-text-86">
            <a:extLst xmlns:a="http://schemas.openxmlformats.org/drawingml/2006/main">
              <a:ext uri="{FF2B5EF4-FFF2-40B4-BE49-F238E27FC236}">
                <a16:creationId xmlns:a16="http://schemas.microsoft.com/office/drawing/2014/main" id="{B6E799AC-39CD-45D9-A0A7-AE7BD812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515100"/>
            <a:ext cx="192316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Agent response time</a:t>
            </a:r>
            <a:endParaRPr sz="750"/>
          </a:p>
        </p:txBody>
      </p:sp>
      <p:sp>
        <p:nvSpPr>
          <p:cNvPr id="88" name="SK-12-text-87">
            <a:extLst xmlns:a="http://schemas.openxmlformats.org/drawingml/2006/main">
              <a:ext uri="{FF2B5EF4-FFF2-40B4-BE49-F238E27FC236}">
                <a16:creationId xmlns:a16="http://schemas.microsoft.com/office/drawing/2014/main" id="{6D86F030-9166-4375-990F-B751CB49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515100"/>
            <a:ext cx="1460194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125"/>
              </a:lnSpc>
              <a:buNone/>
            </a:pPr>
            <a:r>
              <a:rPr sz="750">
                <a:solidFill>
                  <a:srgbClr val="475569"/>
                </a:solidFill>
              </a:rPr>
              <a:t>Escalation rate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254266417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e73d4889a142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" name="SK-13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79a998a1242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1" name="SK-13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143556fc2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2" name="SK-13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ca323d896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1925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83" name="SK-13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4c36bcff143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280988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84" name="SK-13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293bf17c5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285726"/>
            <a:ext cx="6515100" cy="1676400"/>
          </a:xfrm>
          <a:prstGeom xmlns:a="http://schemas.openxmlformats.org/drawingml/2006/main" prst="rect">
            <a:avLst/>
          </a:prstGeom>
        </p:spPr>
      </p:pic>
      <p:pic>
        <p:nvPicPr>
          <p:cNvPr id="85" name="SK-13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ad1d0d14c4b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1514326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86" name="SK-13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56a0505044d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114526"/>
            <a:ext cx="6515100" cy="2277666"/>
          </a:xfrm>
          <a:prstGeom xmlns:a="http://schemas.openxmlformats.org/drawingml/2006/main" prst="rect">
            <a:avLst/>
          </a:prstGeom>
        </p:spPr>
      </p:pic>
      <p:pic>
        <p:nvPicPr>
          <p:cNvPr id="87" name="SK-13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b3571d35548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3343126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88" name="SK-13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5d6ba78ae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3705076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89" name="SK-13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465e84abe4c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242048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90" name="SK-13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6d4e2a37e43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779020"/>
            <a:ext cx="190500" cy="133350"/>
          </a:xfrm>
          <a:prstGeom xmlns:a="http://schemas.openxmlformats.org/drawingml/2006/main" prst="rect">
            <a:avLst/>
          </a:prstGeom>
        </p:spPr>
      </p:pic>
      <p:pic>
        <p:nvPicPr>
          <p:cNvPr id="91" name="SK-13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012344edd4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544592"/>
            <a:ext cx="6515100" cy="790575"/>
          </a:xfrm>
          <a:prstGeom xmlns:a="http://schemas.openxmlformats.org/drawingml/2006/main" prst="rect">
            <a:avLst/>
          </a:prstGeom>
        </p:spPr>
      </p:pic>
      <p:pic>
        <p:nvPicPr>
          <p:cNvPr id="92" name="SK-13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13be9dba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1285726"/>
            <a:ext cx="4343400" cy="3152477"/>
          </a:xfrm>
          <a:prstGeom xmlns:a="http://schemas.openxmlformats.org/drawingml/2006/main" prst="rect">
            <a:avLst/>
          </a:prstGeom>
        </p:spPr>
      </p:pic>
      <p:pic>
        <p:nvPicPr>
          <p:cNvPr id="93" name="SK-13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bc569277644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1419076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94" name="SK-13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f86e0230c4a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1704826"/>
            <a:ext cx="209550" cy="223838"/>
          </a:xfrm>
          <a:prstGeom xmlns:a="http://schemas.openxmlformats.org/drawingml/2006/main" prst="rect">
            <a:avLst/>
          </a:prstGeom>
        </p:spPr>
      </p:pic>
      <p:pic>
        <p:nvPicPr>
          <p:cNvPr id="95" name="SK-13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665fab418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1985814"/>
            <a:ext cx="228600" cy="223838"/>
          </a:xfrm>
          <a:prstGeom xmlns:a="http://schemas.openxmlformats.org/drawingml/2006/main" prst="rect">
            <a:avLst/>
          </a:prstGeom>
        </p:spPr>
      </p:pic>
      <p:pic>
        <p:nvPicPr>
          <p:cNvPr id="96" name="SK-13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60aea65ab4f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2410569"/>
            <a:ext cx="238125" cy="223838"/>
          </a:xfrm>
          <a:prstGeom xmlns:a="http://schemas.openxmlformats.org/drawingml/2006/main" prst="rect">
            <a:avLst/>
          </a:prstGeom>
        </p:spPr>
      </p:pic>
      <p:pic>
        <p:nvPicPr>
          <p:cNvPr id="97" name="SK-13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7c779b306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2691557"/>
            <a:ext cx="238125" cy="223838"/>
          </a:xfrm>
          <a:prstGeom xmlns:a="http://schemas.openxmlformats.org/drawingml/2006/main" prst="rect">
            <a:avLst/>
          </a:prstGeom>
        </p:spPr>
      </p:pic>
      <p:pic>
        <p:nvPicPr>
          <p:cNvPr id="98" name="SK-13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e12e35d7d45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3116312"/>
            <a:ext cx="228600" cy="223838"/>
          </a:xfrm>
          <a:prstGeom xmlns:a="http://schemas.openxmlformats.org/drawingml/2006/main" prst="rect">
            <a:avLst/>
          </a:prstGeom>
        </p:spPr>
      </p:pic>
      <p:pic>
        <p:nvPicPr>
          <p:cNvPr id="99" name="SK-13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eca29a2064b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3541068"/>
            <a:ext cx="238125" cy="223838"/>
          </a:xfrm>
          <a:prstGeom xmlns:a="http://schemas.openxmlformats.org/drawingml/2006/main" prst="rect">
            <a:avLst/>
          </a:prstGeom>
        </p:spPr>
      </p:pic>
      <p:pic>
        <p:nvPicPr>
          <p:cNvPr id="100" name="SK-13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abf8335a0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5225" y="3965823"/>
            <a:ext cx="228600" cy="223838"/>
          </a:xfrm>
          <a:prstGeom xmlns:a="http://schemas.openxmlformats.org/drawingml/2006/main" prst="rect">
            <a:avLst/>
          </a:prstGeom>
        </p:spPr>
      </p:pic>
      <p:pic>
        <p:nvPicPr>
          <p:cNvPr id="101" name="SK-13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c9a4e58f84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4514404"/>
            <a:ext cx="4343400" cy="1295400"/>
          </a:xfrm>
          <a:prstGeom xmlns:a="http://schemas.openxmlformats.org/drawingml/2006/main" prst="rect">
            <a:avLst/>
          </a:prstGeom>
        </p:spPr>
      </p:pic>
      <p:pic>
        <p:nvPicPr>
          <p:cNvPr id="102" name="SK-13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9b04825ed4f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6175" y="4650581"/>
            <a:ext cx="214313" cy="175320"/>
          </a:xfrm>
          <a:prstGeom xmlns:a="http://schemas.openxmlformats.org/drawingml/2006/main" prst="rect">
            <a:avLst/>
          </a:prstGeom>
        </p:spPr>
      </p:pic>
      <p:pic>
        <p:nvPicPr>
          <p:cNvPr id="103" name="SK-13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1a10fa053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5886004"/>
            <a:ext cx="4343400" cy="487561"/>
          </a:xfrm>
          <a:prstGeom xmlns:a="http://schemas.openxmlformats.org/drawingml/2006/main" prst="rect">
            <a:avLst/>
          </a:prstGeom>
        </p:spPr>
      </p:pic>
      <p:pic>
        <p:nvPicPr>
          <p:cNvPr id="104" name="SK-13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9111fd086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6028581"/>
            <a:ext cx="202406" cy="202406"/>
          </a:xfrm>
          <a:prstGeom xmlns:a="http://schemas.openxmlformats.org/drawingml/2006/main" prst="rect">
            <a:avLst/>
          </a:prstGeom>
        </p:spPr>
      </p:pic>
      <p:sp>
        <p:nvSpPr>
          <p:cNvPr id="27" name="SK-13-text-26">
            <a:extLst xmlns:a="http://schemas.openxmlformats.org/drawingml/2006/main">
              <a:ext uri="{FF2B5EF4-FFF2-40B4-BE49-F238E27FC236}">
                <a16:creationId xmlns:a16="http://schemas.microsoft.com/office/drawing/2014/main" id="{45646BA0-2F03-464F-87C3-BFCF33C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28" name="SK-13-text-27">
            <a:extLst xmlns:a="http://schemas.openxmlformats.org/drawingml/2006/main">
              <a:ext uri="{FF2B5EF4-FFF2-40B4-BE49-F238E27FC236}">
                <a16:creationId xmlns:a16="http://schemas.microsoft.com/office/drawing/2014/main" id="{984EB596-7072-4FA6-AB60-8E541E79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System Prompt: Hospital Orchestrator Agent</a:t>
            </a:r>
            <a:endParaRPr sz="2550"/>
          </a:p>
        </p:txBody>
      </p:sp>
      <p:sp>
        <p:nvSpPr>
          <p:cNvPr id="29" name="SK-13-text-28">
            <a:extLst xmlns:a="http://schemas.openxmlformats.org/drawingml/2006/main">
              <a:ext uri="{FF2B5EF4-FFF2-40B4-BE49-F238E27FC236}">
                <a16:creationId xmlns:a16="http://schemas.microsoft.com/office/drawing/2014/main" id="{44B255B1-260C-4FAE-8699-2CDE9372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0565"/>
            <a:ext cx="11620500" cy="239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90"/>
              </a:lnSpc>
              <a:buNone/>
            </a:pPr>
            <a:r>
              <a:rPr sz="1350">
                <a:solidFill>
                  <a:srgbClr val="475569"/>
                </a:solidFill>
              </a:rPr>
              <a:t>Internal coordination hub — departmental orchestration, resource rebalancing, and clear ownership of every logistical task.</a:t>
            </a:r>
            <a:endParaRPr sz="1350"/>
          </a:p>
        </p:txBody>
      </p:sp>
      <p:sp>
        <p:nvSpPr>
          <p:cNvPr id="30" name="SK-13-text-29">
            <a:extLst xmlns:a="http://schemas.openxmlformats.org/drawingml/2006/main">
              <a:ext uri="{FF2B5EF4-FFF2-40B4-BE49-F238E27FC236}">
                <a16:creationId xmlns:a16="http://schemas.microsoft.com/office/drawing/2014/main" id="{9118400B-5F38-4B4F-AAD3-E098249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485751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Primary job</a:t>
            </a:r>
            <a:endParaRPr sz="1500"/>
          </a:p>
        </p:txBody>
      </p:sp>
      <p:sp>
        <p:nvSpPr>
          <p:cNvPr id="31" name="SK-13-text-30">
            <a:extLst xmlns:a="http://schemas.openxmlformats.org/drawingml/2006/main">
              <a:ext uri="{FF2B5EF4-FFF2-40B4-BE49-F238E27FC236}">
                <a16:creationId xmlns:a16="http://schemas.microsoft.com/office/drawing/2014/main" id="{7E13704C-25D8-4A75-BAA8-F67F42C0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47701"/>
            <a:ext cx="60388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>
                <a:solidFill>
                  <a:srgbClr val="475569"/>
                </a:solidFill>
              </a:rPr>
              <a:t>Receive readiness signals and exceptions; translate requests into the smallest set of departmental actions. Coordinate admission, scheduling, nursing, pharmacy, physiotherapy, billing, budget, transport, and support — anticipating arrival, reducing idle time and handoff delay, and returning operational status to the originating Patient Agent.</a:t>
            </a:r>
            <a:endParaRPr sz="1200"/>
          </a:p>
        </p:txBody>
      </p:sp>
      <p:sp>
        <p:nvSpPr>
          <p:cNvPr id="32" name="SK-13-text-31">
            <a:extLst xmlns:a="http://schemas.openxmlformats.org/drawingml/2006/main">
              <a:ext uri="{FF2B5EF4-FFF2-40B4-BE49-F238E27FC236}">
                <a16:creationId xmlns:a16="http://schemas.microsoft.com/office/drawing/2014/main" id="{820BEE7C-1300-4C0C-962F-E1E60A69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14551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Coordination duties</a:t>
            </a:r>
            <a:endParaRPr sz="1500"/>
          </a:p>
        </p:txBody>
      </p:sp>
      <p:sp>
        <p:nvSpPr>
          <p:cNvPr id="33" name="SK-13-text-32">
            <a:extLst xmlns:a="http://schemas.openxmlformats.org/drawingml/2006/main">
              <a:ext uri="{FF2B5EF4-FFF2-40B4-BE49-F238E27FC236}">
                <a16:creationId xmlns:a16="http://schemas.microsoft.com/office/drawing/2014/main" id="{1927A211-F224-4D71-92BD-FE93E0F0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76501"/>
            <a:ext cx="57340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 b="1">
                <a:solidFill>
                  <a:srgbClr val="475569"/>
                </a:solidFill>
              </a:rPr>
              <a:t>Departmental autonomy:</a:t>
            </a:r>
            <a:r>
              <a:rPr sz="1200">
                <a:solidFill>
                  <a:srgbClr val="475569"/>
                </a:solidFill>
              </a:rPr>
              <a:t> initiate specialized agents only when their domain is required; preserve a clear owner for every task.</a:t>
            </a:r>
            <a:endParaRPr sz="1200"/>
          </a:p>
        </p:txBody>
      </p:sp>
      <p:sp>
        <p:nvSpPr>
          <p:cNvPr id="34" name="SK-13-text-33">
            <a:extLst xmlns:a="http://schemas.openxmlformats.org/drawingml/2006/main">
              <a:ext uri="{FF2B5EF4-FFF2-40B4-BE49-F238E27FC236}">
                <a16:creationId xmlns:a16="http://schemas.microsoft.com/office/drawing/2014/main" id="{7BC18704-B169-46FE-8F3C-841DBD09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3473"/>
            <a:ext cx="57340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 b="1">
                <a:solidFill>
                  <a:srgbClr val="475569"/>
                </a:solidFill>
              </a:rPr>
              <a:t>Resource rebalancing:</a:t>
            </a:r>
            <a:r>
              <a:rPr sz="1200">
                <a:solidFill>
                  <a:srgbClr val="475569"/>
                </a:solidFill>
              </a:rPr>
              <a:t> shift capacity when queues or readiness signals change; parallelize independent work, sequence only dependent steps.</a:t>
            </a:r>
            <a:endParaRPr sz="1200"/>
          </a:p>
        </p:txBody>
      </p:sp>
      <p:sp>
        <p:nvSpPr>
          <p:cNvPr id="35" name="SK-13-text-34">
            <a:extLst xmlns:a="http://schemas.openxmlformats.org/drawingml/2006/main">
              <a:ext uri="{FF2B5EF4-FFF2-40B4-BE49-F238E27FC236}">
                <a16:creationId xmlns:a16="http://schemas.microsoft.com/office/drawing/2014/main" id="{3B3DA19A-B7BC-4DF4-AA34-856B1A9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50445"/>
            <a:ext cx="5734050" cy="441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40"/>
              </a:lnSpc>
              <a:buNone/>
            </a:pPr>
            <a:r>
              <a:rPr sz="1200" b="1">
                <a:solidFill>
                  <a:srgbClr val="475569"/>
                </a:solidFill>
              </a:rPr>
              <a:t>Owner &amp; closure:</a:t>
            </a:r>
            <a:r>
              <a:rPr sz="1200">
                <a:solidFill>
                  <a:srgbClr val="475569"/>
                </a:solidFill>
              </a:rPr>
              <a:t> assign a clear departmental owner, close the loop with outcome, timestamp, owner, and exception reason.</a:t>
            </a:r>
            <a:endParaRPr sz="1200"/>
          </a:p>
        </p:txBody>
      </p:sp>
      <p:sp>
        <p:nvSpPr>
          <p:cNvPr id="36" name="SK-13-text-35">
            <a:extLst xmlns:a="http://schemas.openxmlformats.org/drawingml/2006/main">
              <a:ext uri="{FF2B5EF4-FFF2-40B4-BE49-F238E27FC236}">
                <a16:creationId xmlns:a16="http://schemas.microsoft.com/office/drawing/2014/main" id="{3F801C6D-8999-412D-971B-796C9C4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44592"/>
            <a:ext cx="6248400" cy="790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 b="1">
                <a:solidFill>
                  <a:srgbClr val="0F172A"/>
                </a:solidFill>
              </a:rPr>
              <a:t>Boundary:</a:t>
            </a:r>
            <a:r>
              <a:rPr sz="1125">
                <a:solidFill>
                  <a:srgbClr val="475569"/>
                </a:solidFill>
              </a:rPr>
              <a:t> Never override clinical prioritization or make clinical decisions. Never downgrade an emergency or distress signal. Preserve departmental autonomy and escalate conflicts to human administrators.</a:t>
            </a:r>
            <a:endParaRPr sz="1125"/>
          </a:p>
        </p:txBody>
      </p:sp>
      <p:sp>
        <p:nvSpPr>
          <p:cNvPr id="37" name="SK-13-text-36">
            <a:extLst xmlns:a="http://schemas.openxmlformats.org/drawingml/2006/main">
              <a:ext uri="{FF2B5EF4-FFF2-40B4-BE49-F238E27FC236}">
                <a16:creationId xmlns:a16="http://schemas.microsoft.com/office/drawing/2014/main" id="{3C8AAFF5-41B0-4554-AC7C-4492C4F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390501"/>
            <a:ext cx="431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Orchestration policy</a:t>
            </a:r>
            <a:endParaRPr sz="1500"/>
          </a:p>
        </p:txBody>
      </p:sp>
      <p:sp>
        <p:nvSpPr>
          <p:cNvPr id="38" name="SK-13-text-37">
            <a:extLst xmlns:a="http://schemas.openxmlformats.org/drawingml/2006/main">
              <a:ext uri="{FF2B5EF4-FFF2-40B4-BE49-F238E27FC236}">
                <a16:creationId xmlns:a16="http://schemas.microsoft.com/office/drawing/2014/main" id="{DDB3CAE0-CEB1-4EAD-9B40-1AADD3F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704826"/>
            <a:ext cx="143741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1</a:t>
            </a:r>
            <a:endParaRPr sz="975"/>
          </a:p>
        </p:txBody>
      </p:sp>
      <p:sp>
        <p:nvSpPr>
          <p:cNvPr id="39" name="SK-13-text-38">
            <a:extLst xmlns:a="http://schemas.openxmlformats.org/drawingml/2006/main">
              <a:ext uri="{FF2B5EF4-FFF2-40B4-BE49-F238E27FC236}">
                <a16:creationId xmlns:a16="http://schemas.microsoft.com/office/drawing/2014/main" id="{5588E0F8-FF5E-4E44-8210-9636104D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685776"/>
            <a:ext cx="4371975" cy="193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Validate hospital context and patient/task identity.</a:t>
            </a:r>
            <a:endParaRPr sz="1050"/>
          </a:p>
        </p:txBody>
      </p:sp>
      <p:sp>
        <p:nvSpPr>
          <p:cNvPr id="40" name="SK-13-text-39">
            <a:extLst xmlns:a="http://schemas.openxmlformats.org/drawingml/2006/main">
              <a:ext uri="{FF2B5EF4-FFF2-40B4-BE49-F238E27FC236}">
                <a16:creationId xmlns:a16="http://schemas.microsoft.com/office/drawing/2014/main" id="{F7223634-D8AB-470D-B848-4971DB2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85814"/>
            <a:ext cx="158750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2</a:t>
            </a:r>
            <a:endParaRPr sz="975"/>
          </a:p>
        </p:txBody>
      </p:sp>
      <p:sp>
        <p:nvSpPr>
          <p:cNvPr id="41" name="SK-13-text-40">
            <a:extLst xmlns:a="http://schemas.openxmlformats.org/drawingml/2006/main">
              <a:ext uri="{FF2B5EF4-FFF2-40B4-BE49-F238E27FC236}">
                <a16:creationId xmlns:a16="http://schemas.microsoft.com/office/drawing/2014/main" id="{6010DFD1-41C3-41B2-AFD1-1858421F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66764"/>
            <a:ext cx="3543300" cy="3866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Classify as routine, time-sensitive, exception, or emergency escalation.</a:t>
            </a:r>
            <a:endParaRPr sz="1050"/>
          </a:p>
        </p:txBody>
      </p:sp>
      <p:sp>
        <p:nvSpPr>
          <p:cNvPr id="42" name="SK-13-text-41">
            <a:extLst xmlns:a="http://schemas.openxmlformats.org/drawingml/2006/main">
              <a:ext uri="{FF2B5EF4-FFF2-40B4-BE49-F238E27FC236}">
                <a16:creationId xmlns:a16="http://schemas.microsoft.com/office/drawing/2014/main" id="{2F81801B-99DE-4992-9EDF-17123A9F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10569"/>
            <a:ext cx="165354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3</a:t>
            </a:r>
            <a:endParaRPr sz="975"/>
          </a:p>
        </p:txBody>
      </p:sp>
      <p:sp>
        <p:nvSpPr>
          <p:cNvPr id="43" name="SK-13-text-42">
            <a:extLst xmlns:a="http://schemas.openxmlformats.org/drawingml/2006/main">
              <a:ext uri="{FF2B5EF4-FFF2-40B4-BE49-F238E27FC236}">
                <a16:creationId xmlns:a16="http://schemas.microsoft.com/office/drawing/2014/main" id="{539C9788-7261-4BC6-B4F8-BD0F7A5B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1519"/>
            <a:ext cx="4343400" cy="193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Identify dependencies and assign a clear departmental owner.</a:t>
            </a:r>
            <a:endParaRPr sz="1050"/>
          </a:p>
        </p:txBody>
      </p:sp>
      <p:sp>
        <p:nvSpPr>
          <p:cNvPr id="44" name="SK-13-text-43">
            <a:extLst xmlns:a="http://schemas.openxmlformats.org/drawingml/2006/main">
              <a:ext uri="{FF2B5EF4-FFF2-40B4-BE49-F238E27FC236}">
                <a16:creationId xmlns:a16="http://schemas.microsoft.com/office/drawing/2014/main" id="{3E144AA9-93BA-42E5-B680-8DDA4A08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91557"/>
            <a:ext cx="165354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4</a:t>
            </a:r>
            <a:endParaRPr sz="975"/>
          </a:p>
        </p:txBody>
      </p:sp>
      <p:sp>
        <p:nvSpPr>
          <p:cNvPr id="45" name="SK-13-text-44">
            <a:extLst xmlns:a="http://schemas.openxmlformats.org/drawingml/2006/main">
              <a:ext uri="{FF2B5EF4-FFF2-40B4-BE49-F238E27FC236}">
                <a16:creationId xmlns:a16="http://schemas.microsoft.com/office/drawing/2014/main" id="{147B0CC9-2632-46F6-987F-C80A4402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72507"/>
            <a:ext cx="3533775" cy="3866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Parallelize independent work; sequence only dependent steps.</a:t>
            </a:r>
            <a:endParaRPr sz="1050"/>
          </a:p>
        </p:txBody>
      </p:sp>
      <p:sp>
        <p:nvSpPr>
          <p:cNvPr id="46" name="SK-13-text-45">
            <a:extLst xmlns:a="http://schemas.openxmlformats.org/drawingml/2006/main">
              <a:ext uri="{FF2B5EF4-FFF2-40B4-BE49-F238E27FC236}">
                <a16:creationId xmlns:a16="http://schemas.microsoft.com/office/drawing/2014/main" id="{41DA3F87-D3D9-41A4-AB8A-57EA12D3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16312"/>
            <a:ext cx="158750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5</a:t>
            </a:r>
            <a:endParaRPr sz="975"/>
          </a:p>
        </p:txBody>
      </p:sp>
      <p:sp>
        <p:nvSpPr>
          <p:cNvPr id="47" name="SK-13-text-46">
            <a:extLst xmlns:a="http://schemas.openxmlformats.org/drawingml/2006/main">
              <a:ext uri="{FF2B5EF4-FFF2-40B4-BE49-F238E27FC236}">
                <a16:creationId xmlns:a16="http://schemas.microsoft.com/office/drawing/2014/main" id="{74D3A3FE-FCBC-4609-B1E6-A16E9661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97262"/>
            <a:ext cx="3543300" cy="3866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Rebalance resources when queues or readiness signals change.</a:t>
            </a:r>
            <a:endParaRPr sz="1050"/>
          </a:p>
        </p:txBody>
      </p:sp>
      <p:sp>
        <p:nvSpPr>
          <p:cNvPr id="48" name="SK-13-text-47">
            <a:extLst xmlns:a="http://schemas.openxmlformats.org/drawingml/2006/main">
              <a:ext uri="{FF2B5EF4-FFF2-40B4-BE49-F238E27FC236}">
                <a16:creationId xmlns:a16="http://schemas.microsoft.com/office/drawing/2014/main" id="{3FA75050-0700-47DB-9C74-8D31682C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41068"/>
            <a:ext cx="165354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6</a:t>
            </a:r>
            <a:endParaRPr sz="975"/>
          </a:p>
        </p:txBody>
      </p:sp>
      <p:sp>
        <p:nvSpPr>
          <p:cNvPr id="49" name="SK-13-text-48">
            <a:extLst xmlns:a="http://schemas.openxmlformats.org/drawingml/2006/main">
              <a:ext uri="{FF2B5EF4-FFF2-40B4-BE49-F238E27FC236}">
                <a16:creationId xmlns:a16="http://schemas.microsoft.com/office/drawing/2014/main" id="{17460646-C57A-49FA-A1B7-9A3F0947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2018"/>
            <a:ext cx="3533775" cy="3866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Send proactive updates when patient action or intervention is needed.</a:t>
            </a:r>
            <a:endParaRPr sz="1050"/>
          </a:p>
        </p:txBody>
      </p:sp>
      <p:sp>
        <p:nvSpPr>
          <p:cNvPr id="50" name="SK-13-text-49">
            <a:extLst xmlns:a="http://schemas.openxmlformats.org/drawingml/2006/main">
              <a:ext uri="{FF2B5EF4-FFF2-40B4-BE49-F238E27FC236}">
                <a16:creationId xmlns:a16="http://schemas.microsoft.com/office/drawing/2014/main" id="{7500F1CB-AD05-4055-81D5-FD0FC53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965823"/>
            <a:ext cx="158750" cy="223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463"/>
              </a:lnSpc>
              <a:buNone/>
            </a:pPr>
            <a:r>
              <a:rPr sz="975" b="1">
                <a:solidFill>
                  <a:srgbClr val="0D9488"/>
                </a:solidFill>
                <a:latin typeface="Inter"/>
                <a:ea typeface="Inter"/>
                <a:cs typeface="Inter"/>
              </a:rPr>
              <a:t>7</a:t>
            </a:r>
            <a:endParaRPr sz="975"/>
          </a:p>
        </p:txBody>
      </p:sp>
      <p:sp>
        <p:nvSpPr>
          <p:cNvPr id="51" name="SK-13-text-50">
            <a:extLst xmlns:a="http://schemas.openxmlformats.org/drawingml/2006/main">
              <a:ext uri="{FF2B5EF4-FFF2-40B4-BE49-F238E27FC236}">
                <a16:creationId xmlns:a16="http://schemas.microsoft.com/office/drawing/2014/main" id="{877580D2-1A06-4A28-8A24-FDA5535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46773"/>
            <a:ext cx="3543300" cy="3866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23"/>
              </a:lnSpc>
              <a:buNone/>
            </a:pPr>
            <a:r>
              <a:rPr sz="1050">
                <a:solidFill>
                  <a:srgbClr val="475569"/>
                </a:solidFill>
              </a:rPr>
              <a:t>Close the loop with outcome, timestamp, owner, and exception reason.</a:t>
            </a:r>
            <a:endParaRPr sz="1050"/>
          </a:p>
        </p:txBody>
      </p:sp>
      <p:sp>
        <p:nvSpPr>
          <p:cNvPr id="52" name="SK-13-text-51">
            <a:extLst xmlns:a="http://schemas.openxmlformats.org/drawingml/2006/main">
              <a:ext uri="{FF2B5EF4-FFF2-40B4-BE49-F238E27FC236}">
                <a16:creationId xmlns:a16="http://schemas.microsoft.com/office/drawing/2014/main" id="{8EE10379-06BE-404C-8FCB-69EED1A2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4609654"/>
            <a:ext cx="4386263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Minimum-necessary data</a:t>
            </a:r>
            <a:endParaRPr sz="1350"/>
          </a:p>
        </p:txBody>
      </p:sp>
      <p:sp>
        <p:nvSpPr>
          <p:cNvPr id="53" name="SK-13-text-52">
            <a:extLst xmlns:a="http://schemas.openxmlformats.org/drawingml/2006/main">
              <a:ext uri="{FF2B5EF4-FFF2-40B4-BE49-F238E27FC236}">
                <a16:creationId xmlns:a16="http://schemas.microsoft.com/office/drawing/2014/main" id="{0257E078-0F59-4CF1-919C-D821BBE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14454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475569"/>
                </a:solidFill>
              </a:rPr>
              <a:t>Send the Patient Agent only operational status: readiness, queue position when approved, service availability, next location, estimated timing, alternative window, or exception state. Specialized agents receive only task-specific requests.</a:t>
            </a:r>
            <a:endParaRPr sz="1050"/>
          </a:p>
        </p:txBody>
      </p:sp>
      <p:sp>
        <p:nvSpPr>
          <p:cNvPr id="54" name="SK-13-text-53">
            <a:extLst xmlns:a="http://schemas.openxmlformats.org/drawingml/2006/main">
              <a:ext uri="{FF2B5EF4-FFF2-40B4-BE49-F238E27FC236}">
                <a16:creationId xmlns:a16="http://schemas.microsoft.com/office/drawing/2014/main" id="{B9081878-0182-4EFC-995E-B32820F5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206" y="5943154"/>
            <a:ext cx="3721894" cy="3732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70"/>
              </a:lnSpc>
              <a:buNone/>
            </a:pPr>
            <a:r>
              <a:rPr sz="1050" b="1">
                <a:solidFill>
                  <a:srgbClr val="0F172A"/>
                </a:solidFill>
              </a:rPr>
              <a:t>Style:</a:t>
            </a:r>
            <a:r>
              <a:rPr sz="1050">
                <a:solidFill>
                  <a:srgbClr val="475569"/>
                </a:solidFill>
              </a:rPr>
              <a:t> Clear, concise, operational. Structured status, explicit owners, timestamps, and plain-language patient updates.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43621973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0e931c5509243a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6" name="SK-14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6ff99d96a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7" name="SK-14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87af99b064f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8" name="SK-14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244cae413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99" name="SK-14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07d0c0e404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100" name="SK-14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cb9aafc52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1615"/>
            <a:ext cx="3756571" cy="3869085"/>
          </a:xfrm>
          <a:prstGeom xmlns:a="http://schemas.openxmlformats.org/drawingml/2006/main" prst="rect">
            <a:avLst/>
          </a:prstGeom>
        </p:spPr>
      </p:pic>
      <p:pic>
        <p:nvPicPr>
          <p:cNvPr id="101" name="SK-14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631ee15dd4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5271" y="1769715"/>
            <a:ext cx="228600" cy="171450"/>
          </a:xfrm>
          <a:prstGeom xmlns:a="http://schemas.openxmlformats.org/drawingml/2006/main" prst="rect">
            <a:avLst/>
          </a:prstGeom>
        </p:spPr>
      </p:pic>
      <p:pic>
        <p:nvPicPr>
          <p:cNvPr id="102" name="SK-14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b7d9234254b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171" y="2254746"/>
            <a:ext cx="2209800" cy="289471"/>
          </a:xfrm>
          <a:prstGeom xmlns:a="http://schemas.openxmlformats.org/drawingml/2006/main" prst="rect">
            <a:avLst/>
          </a:prstGeom>
        </p:spPr>
      </p:pic>
      <p:pic>
        <p:nvPicPr>
          <p:cNvPr id="103" name="SK-14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7f1044e6544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2471" y="2200126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04" name="SK-14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b84eec8734b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7996" y="2254746"/>
            <a:ext cx="1828800" cy="289471"/>
          </a:xfrm>
          <a:prstGeom xmlns:a="http://schemas.openxmlformats.org/drawingml/2006/main" prst="rect">
            <a:avLst/>
          </a:prstGeom>
        </p:spPr>
      </p:pic>
      <p:pic>
        <p:nvPicPr>
          <p:cNvPr id="105" name="SK-14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18153bea14a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52296" y="2200126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06" name="SK-14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d360544684e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171" y="2620417"/>
            <a:ext cx="2514600" cy="289471"/>
          </a:xfrm>
          <a:prstGeom xmlns:a="http://schemas.openxmlformats.org/drawingml/2006/main" prst="rect">
            <a:avLst/>
          </a:prstGeom>
        </p:spPr>
      </p:pic>
      <p:pic>
        <p:nvPicPr>
          <p:cNvPr id="107" name="SK-14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8d1fd375547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2471" y="2565797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08" name="SK-14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3d74a5c9145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2796" y="2620417"/>
            <a:ext cx="2276475" cy="289471"/>
          </a:xfrm>
          <a:prstGeom xmlns:a="http://schemas.openxmlformats.org/drawingml/2006/main" prst="rect">
            <a:avLst/>
          </a:prstGeom>
        </p:spPr>
      </p:pic>
      <p:pic>
        <p:nvPicPr>
          <p:cNvPr id="109" name="SK-14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d1cd2a1ff4b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7096" y="2565797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10" name="SK-14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3a50706e540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5271" y="3053507"/>
            <a:ext cx="228600" cy="171450"/>
          </a:xfrm>
          <a:prstGeom xmlns:a="http://schemas.openxmlformats.org/drawingml/2006/main" prst="rect">
            <a:avLst/>
          </a:prstGeom>
        </p:spPr>
      </p:pic>
      <p:pic>
        <p:nvPicPr>
          <p:cNvPr id="111" name="SK-14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a18845b574b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171" y="3538538"/>
            <a:ext cx="2333625" cy="289471"/>
          </a:xfrm>
          <a:prstGeom xmlns:a="http://schemas.openxmlformats.org/drawingml/2006/main" prst="rect">
            <a:avLst/>
          </a:prstGeom>
        </p:spPr>
      </p:pic>
      <p:pic>
        <p:nvPicPr>
          <p:cNvPr id="112" name="SK-14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fa78ace21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2471" y="3483918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13" name="SK-14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59ca9fe1f4f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1821" y="3538538"/>
            <a:ext cx="1857375" cy="289471"/>
          </a:xfrm>
          <a:prstGeom xmlns:a="http://schemas.openxmlformats.org/drawingml/2006/main" prst="rect">
            <a:avLst/>
          </a:prstGeom>
        </p:spPr>
      </p:pic>
      <p:pic>
        <p:nvPicPr>
          <p:cNvPr id="114" name="SK-14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fd863a4ca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6121" y="3483918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15" name="SK-14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f5c31cada4b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171" y="3781127"/>
            <a:ext cx="1905000" cy="289471"/>
          </a:xfrm>
          <a:prstGeom xmlns:a="http://schemas.openxmlformats.org/drawingml/2006/main" prst="rect">
            <a:avLst/>
          </a:prstGeom>
        </p:spPr>
      </p:pic>
      <p:pic>
        <p:nvPicPr>
          <p:cNvPr id="116" name="SK-14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888fa0e394a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2471" y="3849588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17" name="SK-14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c93c51c14a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3196" y="3781127"/>
            <a:ext cx="2400300" cy="289471"/>
          </a:xfrm>
          <a:prstGeom xmlns:a="http://schemas.openxmlformats.org/drawingml/2006/main" prst="rect">
            <a:avLst/>
          </a:prstGeom>
        </p:spPr>
      </p:pic>
      <p:pic>
        <p:nvPicPr>
          <p:cNvPr id="118" name="SK-14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ea7bdcc9d4c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7496" y="3849588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19" name="SK-14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7a82f4996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171" y="4146798"/>
            <a:ext cx="2695575" cy="289471"/>
          </a:xfrm>
          <a:prstGeom xmlns:a="http://schemas.openxmlformats.org/drawingml/2006/main" prst="rect">
            <a:avLst/>
          </a:prstGeom>
        </p:spPr>
      </p:pic>
      <p:pic>
        <p:nvPicPr>
          <p:cNvPr id="120" name="SK-14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6b1051cc341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2471" y="4215259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21" name="SK-14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bcade74a547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5271" y="4702969"/>
            <a:ext cx="228600" cy="171450"/>
          </a:xfrm>
          <a:prstGeom xmlns:a="http://schemas.openxmlformats.org/drawingml/2006/main" prst="rect">
            <a:avLst/>
          </a:prstGeom>
        </p:spPr>
      </p:pic>
      <p:pic>
        <p:nvPicPr>
          <p:cNvPr id="122" name="SK-14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1dfffa8ca4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171" y="5064919"/>
            <a:ext cx="2581275" cy="289471"/>
          </a:xfrm>
          <a:prstGeom xmlns:a="http://schemas.openxmlformats.org/drawingml/2006/main" prst="rect">
            <a:avLst/>
          </a:prstGeom>
        </p:spPr>
      </p:pic>
      <p:pic>
        <p:nvPicPr>
          <p:cNvPr id="123" name="SK-14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b312363f645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2471" y="5133380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24" name="SK-14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de136a09e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9471" y="5064919"/>
            <a:ext cx="2362200" cy="289471"/>
          </a:xfrm>
          <a:prstGeom xmlns:a="http://schemas.openxmlformats.org/drawingml/2006/main" prst="rect">
            <a:avLst/>
          </a:prstGeom>
        </p:spPr>
      </p:pic>
      <p:pic>
        <p:nvPicPr>
          <p:cNvPr id="125" name="SK-14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eee8d645b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3771" y="5133380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26" name="SK-14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0c62708f445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171" y="5430589"/>
            <a:ext cx="2076450" cy="289471"/>
          </a:xfrm>
          <a:prstGeom xmlns:a="http://schemas.openxmlformats.org/drawingml/2006/main" prst="rect">
            <a:avLst/>
          </a:prstGeom>
        </p:spPr>
      </p:pic>
      <p:pic>
        <p:nvPicPr>
          <p:cNvPr id="127" name="SK-14-img-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8eafcadb64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2471" y="5499050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28" name="SK-14-img-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98273f315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4646" y="5430589"/>
            <a:ext cx="2409825" cy="289471"/>
          </a:xfrm>
          <a:prstGeom xmlns:a="http://schemas.openxmlformats.org/drawingml/2006/main" prst="rect">
            <a:avLst/>
          </a:prstGeom>
        </p:spPr>
      </p:pic>
      <p:pic>
        <p:nvPicPr>
          <p:cNvPr id="129" name="SK-14-img-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9512582604b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8946" y="5499050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30" name="SK-14-img-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d9b0d210e44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910560"/>
            <a:ext cx="11049000" cy="685800"/>
          </a:xfrm>
          <a:prstGeom xmlns:a="http://schemas.openxmlformats.org/drawingml/2006/main" prst="rect">
            <a:avLst/>
          </a:prstGeom>
        </p:spPr>
      </p:pic>
      <p:sp>
        <p:nvSpPr>
          <p:cNvPr id="37" name="SK-14-text-36">
            <a:extLst xmlns:a="http://schemas.openxmlformats.org/drawingml/2006/main">
              <a:ext uri="{FF2B5EF4-FFF2-40B4-BE49-F238E27FC236}">
                <a16:creationId xmlns:a16="http://schemas.microsoft.com/office/drawing/2014/main" id="{5BB6BA0F-C07D-44B1-95DA-2E93B7DE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38" name="SK-14-text-37">
            <a:extLst xmlns:a="http://schemas.openxmlformats.org/drawingml/2006/main">
              <a:ext uri="{FF2B5EF4-FFF2-40B4-BE49-F238E27FC236}">
                <a16:creationId xmlns:a16="http://schemas.microsoft.com/office/drawing/2014/main" id="{1AC33D57-AEF0-4748-981C-D23A082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Verified Evidence and Pilot Metrics</a:t>
            </a:r>
            <a:endParaRPr sz="2550"/>
          </a:p>
        </p:txBody>
      </p:sp>
      <p:sp>
        <p:nvSpPr>
          <p:cNvPr id="39" name="SK-14-text-38">
            <a:extLst xmlns:a="http://schemas.openxmlformats.org/drawingml/2006/main">
              <a:ext uri="{FF2B5EF4-FFF2-40B4-BE49-F238E27FC236}">
                <a16:creationId xmlns:a16="http://schemas.microsoft.com/office/drawing/2014/main" id="{48F440E1-953F-4ED1-BBFA-2642D6A1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964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Repository evidence is verified today. Operational outcomes remain pilot targets until a hospital study establishes them.</a:t>
            </a:r>
            <a:endParaRPr sz="1350"/>
          </a:p>
        </p:txBody>
      </p:sp>
      <p:sp>
        <p:nvSpPr>
          <p:cNvPr id="40" name="SK-14-text-39">
            <a:extLst xmlns:a="http://schemas.openxmlformats.org/drawingml/2006/main">
              <a:ext uri="{FF2B5EF4-FFF2-40B4-BE49-F238E27FC236}">
                <a16:creationId xmlns:a16="http://schemas.microsoft.com/office/drawing/2014/main" id="{42B0079C-F6B1-4C3D-BB6F-A4C9D458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3318"/>
            <a:ext cx="7772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9000"/>
              </a:lnSpc>
              <a:buNone/>
            </a:pPr>
            <a:r>
              <a:rPr sz="9000" b="1" spc="-144">
                <a:solidFill>
                  <a:srgbClr val="0D9488"/>
                </a:solidFill>
                <a:latin typeface="Inter"/>
                <a:ea typeface="Inter"/>
                <a:cs typeface="Inter"/>
              </a:rPr>
              <a:t>41 min</a:t>
            </a:r>
            <a:endParaRPr sz="9000"/>
          </a:p>
        </p:txBody>
      </p:sp>
      <p:sp>
        <p:nvSpPr>
          <p:cNvPr id="41" name="SK-14-text-40">
            <a:extLst xmlns:a="http://schemas.openxmlformats.org/drawingml/2006/main">
              <a:ext uri="{FF2B5EF4-FFF2-40B4-BE49-F238E27FC236}">
                <a16:creationId xmlns:a16="http://schemas.microsoft.com/office/drawing/2014/main" id="{BD3D2E1F-0D9F-4164-9F02-4AEAC3FE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0618"/>
            <a:ext cx="3404146" cy="3219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535"/>
              </a:lnSpc>
              <a:buNone/>
            </a:pPr>
            <a:r>
              <a:rPr sz="19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Simulated time saved</a:t>
            </a:r>
            <a:endParaRPr sz="1950"/>
          </a:p>
        </p:txBody>
      </p:sp>
      <p:sp>
        <p:nvSpPr>
          <p:cNvPr id="42" name="SK-14-text-41">
            <a:extLst xmlns:a="http://schemas.openxmlformats.org/drawingml/2006/main">
              <a:ext uri="{FF2B5EF4-FFF2-40B4-BE49-F238E27FC236}">
                <a16:creationId xmlns:a16="http://schemas.microsoft.com/office/drawing/2014/main" id="{28E7B1F8-2504-4752-AFB2-38B733F1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6833"/>
            <a:ext cx="285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Synthetic comparison: 50 minutes to a named owner manually versus 9 minutes with Polaris.</a:t>
            </a:r>
            <a:endParaRPr sz="1350"/>
          </a:p>
        </p:txBody>
      </p:sp>
      <p:sp>
        <p:nvSpPr>
          <p:cNvPr id="43" name="SK-14-text-42">
            <a:extLst xmlns:a="http://schemas.openxmlformats.org/drawingml/2006/main">
              <a:ext uri="{FF2B5EF4-FFF2-40B4-BE49-F238E27FC236}">
                <a16:creationId xmlns:a16="http://schemas.microsoft.com/office/drawing/2014/main" id="{C6495ADB-5768-456E-9474-14213065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171" y="1731615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Outcomes</a:t>
            </a:r>
            <a:endParaRPr sz="1500"/>
          </a:p>
        </p:txBody>
      </p:sp>
      <p:sp>
        <p:nvSpPr>
          <p:cNvPr id="44" name="SK-14-text-43">
            <a:extLst xmlns:a="http://schemas.openxmlformats.org/drawingml/2006/main">
              <a:ext uri="{FF2B5EF4-FFF2-40B4-BE49-F238E27FC236}">
                <a16:creationId xmlns:a16="http://schemas.microsoft.com/office/drawing/2014/main" id="{FD8930F0-B0F8-4CDB-92EA-00513C84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71" y="2131665"/>
            <a:ext cx="4437734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Lower waiting &amp; fewer trips</a:t>
            </a:r>
            <a:endParaRPr sz="1200"/>
          </a:p>
        </p:txBody>
      </p:sp>
      <p:sp>
        <p:nvSpPr>
          <p:cNvPr id="45" name="SK-14-text-44">
            <a:extLst xmlns:a="http://schemas.openxmlformats.org/drawingml/2006/main">
              <a:ext uri="{FF2B5EF4-FFF2-40B4-BE49-F238E27FC236}">
                <a16:creationId xmlns:a16="http://schemas.microsoft.com/office/drawing/2014/main" id="{D489DC40-3C60-4B5F-BF3D-6DAF2D4B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996" y="2131665"/>
            <a:ext cx="3212004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Fewer missed actions</a:t>
            </a:r>
            <a:endParaRPr sz="1200"/>
          </a:p>
        </p:txBody>
      </p:sp>
      <p:sp>
        <p:nvSpPr>
          <p:cNvPr id="46" name="SK-14-text-45">
            <a:extLst xmlns:a="http://schemas.openxmlformats.org/drawingml/2006/main">
              <a:ext uri="{FF2B5EF4-FFF2-40B4-BE49-F238E27FC236}">
                <a16:creationId xmlns:a16="http://schemas.microsoft.com/office/drawing/2014/main" id="{47718FD5-1D96-46D7-B835-A55C931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71" y="2497336"/>
            <a:ext cx="5163471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Higher "what's next" confidence</a:t>
            </a:r>
            <a:endParaRPr sz="1200"/>
          </a:p>
        </p:txBody>
      </p:sp>
      <p:sp>
        <p:nvSpPr>
          <p:cNvPr id="47" name="SK-14-text-46">
            <a:extLst xmlns:a="http://schemas.openxmlformats.org/drawingml/2006/main">
              <a:ext uri="{FF2B5EF4-FFF2-40B4-BE49-F238E27FC236}">
                <a16:creationId xmlns:a16="http://schemas.microsoft.com/office/drawing/2014/main" id="{F5FD132C-B78D-4305-A286-94FDF4BE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796" y="2497336"/>
            <a:ext cx="3968204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Accessibility completion rate</a:t>
            </a:r>
            <a:endParaRPr sz="1200"/>
          </a:p>
        </p:txBody>
      </p:sp>
      <p:sp>
        <p:nvSpPr>
          <p:cNvPr id="48" name="SK-14-text-47">
            <a:extLst xmlns:a="http://schemas.openxmlformats.org/drawingml/2006/main">
              <a:ext uri="{FF2B5EF4-FFF2-40B4-BE49-F238E27FC236}">
                <a16:creationId xmlns:a16="http://schemas.microsoft.com/office/drawing/2014/main" id="{8A812771-34F7-4BC8-AC16-DEEFBC00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171" y="3015407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Outcomes</a:t>
            </a:r>
            <a:endParaRPr sz="1500"/>
          </a:p>
        </p:txBody>
      </p:sp>
      <p:sp>
        <p:nvSpPr>
          <p:cNvPr id="49" name="SK-14-text-48">
            <a:extLst xmlns:a="http://schemas.openxmlformats.org/drawingml/2006/main">
              <a:ext uri="{FF2B5EF4-FFF2-40B4-BE49-F238E27FC236}">
                <a16:creationId xmlns:a16="http://schemas.microsoft.com/office/drawing/2014/main" id="{80BA8991-10B6-4638-8B6D-E438EFE4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71" y="3415457"/>
            <a:ext cx="4629059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Faster coordination response</a:t>
            </a:r>
            <a:endParaRPr sz="1200"/>
          </a:p>
        </p:txBody>
      </p:sp>
      <p:sp>
        <p:nvSpPr>
          <p:cNvPr id="50" name="SK-14-text-49">
            <a:extLst xmlns:a="http://schemas.openxmlformats.org/drawingml/2006/main">
              <a:ext uri="{FF2B5EF4-FFF2-40B4-BE49-F238E27FC236}">
                <a16:creationId xmlns:a16="http://schemas.microsoft.com/office/drawing/2014/main" id="{533D73A6-F2A4-4E34-9442-5294EAAC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821" y="3415457"/>
            <a:ext cx="3218688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Reduced handoff time</a:t>
            </a:r>
            <a:endParaRPr sz="1200"/>
          </a:p>
        </p:txBody>
      </p:sp>
      <p:sp>
        <p:nvSpPr>
          <p:cNvPr id="51" name="SK-14-text-50">
            <a:extLst xmlns:a="http://schemas.openxmlformats.org/drawingml/2006/main">
              <a:ext uri="{FF2B5EF4-FFF2-40B4-BE49-F238E27FC236}">
                <a16:creationId xmlns:a16="http://schemas.microsoft.com/office/drawing/2014/main" id="{ADFD14C2-AAF9-463C-842E-4C93677E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71" y="3781127"/>
            <a:ext cx="3713802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Better on-time delivery</a:t>
            </a:r>
            <a:endParaRPr sz="1200"/>
          </a:p>
        </p:txBody>
      </p:sp>
      <p:sp>
        <p:nvSpPr>
          <p:cNvPr id="52" name="SK-14-text-51">
            <a:extLst xmlns:a="http://schemas.openxmlformats.org/drawingml/2006/main">
              <a:ext uri="{FF2B5EF4-FFF2-40B4-BE49-F238E27FC236}">
                <a16:creationId xmlns:a16="http://schemas.microsoft.com/office/drawing/2014/main" id="{BC2D7E61-055F-4FFB-BF8B-FE9138D2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196" y="3781127"/>
            <a:ext cx="4577804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Lower duplicate work &amp; errors</a:t>
            </a:r>
            <a:endParaRPr sz="1200"/>
          </a:p>
        </p:txBody>
      </p:sp>
      <p:sp>
        <p:nvSpPr>
          <p:cNvPr id="53" name="SK-14-text-52">
            <a:extLst xmlns:a="http://schemas.openxmlformats.org/drawingml/2006/main">
              <a:ext uri="{FF2B5EF4-FFF2-40B4-BE49-F238E27FC236}">
                <a16:creationId xmlns:a16="http://schemas.microsoft.com/office/drawing/2014/main" id="{2E82B2A6-F14B-4A11-A330-C6A89F56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71" y="4146798"/>
            <a:ext cx="5532120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Improved resource pre-positioning</a:t>
            </a:r>
            <a:endParaRPr sz="1200"/>
          </a:p>
        </p:txBody>
      </p:sp>
      <p:sp>
        <p:nvSpPr>
          <p:cNvPr id="54" name="SK-14-text-53">
            <a:extLst xmlns:a="http://schemas.openxmlformats.org/drawingml/2006/main">
              <a:ext uri="{FF2B5EF4-FFF2-40B4-BE49-F238E27FC236}">
                <a16:creationId xmlns:a16="http://schemas.microsoft.com/office/drawing/2014/main" id="{261D601F-D3C2-46E0-9A0E-507FD1FB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171" y="4664869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System Outcomes</a:t>
            </a:r>
            <a:endParaRPr sz="1500"/>
          </a:p>
        </p:txBody>
      </p:sp>
      <p:sp>
        <p:nvSpPr>
          <p:cNvPr id="55" name="SK-14-text-54">
            <a:extLst xmlns:a="http://schemas.openxmlformats.org/drawingml/2006/main">
              <a:ext uri="{FF2B5EF4-FFF2-40B4-BE49-F238E27FC236}">
                <a16:creationId xmlns:a16="http://schemas.microsoft.com/office/drawing/2014/main" id="{44B93722-9314-46CA-977E-020E6BC8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71" y="5064919"/>
            <a:ext cx="4842344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Secure minimum-data exchanges</a:t>
            </a:r>
            <a:endParaRPr sz="1200"/>
          </a:p>
        </p:txBody>
      </p:sp>
      <p:sp>
        <p:nvSpPr>
          <p:cNvPr id="56" name="SK-14-text-55">
            <a:extLst xmlns:a="http://schemas.openxmlformats.org/drawingml/2006/main">
              <a:ext uri="{FF2B5EF4-FFF2-40B4-BE49-F238E27FC236}">
                <a16:creationId xmlns:a16="http://schemas.microsoft.com/office/drawing/2014/main" id="{C7BDC588-928E-408E-A596-DCFB68EB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471" y="5064919"/>
            <a:ext cx="3901529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Stable multi-hospital contexts</a:t>
            </a:r>
            <a:endParaRPr sz="1200"/>
          </a:p>
        </p:txBody>
      </p:sp>
      <p:sp>
        <p:nvSpPr>
          <p:cNvPr id="57" name="SK-14-text-56">
            <a:extLst xmlns:a="http://schemas.openxmlformats.org/drawingml/2006/main">
              <a:ext uri="{FF2B5EF4-FFF2-40B4-BE49-F238E27FC236}">
                <a16:creationId xmlns:a16="http://schemas.microsoft.com/office/drawing/2014/main" id="{686E2514-6A70-47BD-BB7D-2471A60F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71" y="5430589"/>
            <a:ext cx="4243144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Agent response reliability</a:t>
            </a:r>
            <a:endParaRPr sz="1200"/>
          </a:p>
        </p:txBody>
      </p:sp>
      <p:sp>
        <p:nvSpPr>
          <p:cNvPr id="58" name="SK-14-text-57">
            <a:extLst xmlns:a="http://schemas.openxmlformats.org/drawingml/2006/main">
              <a:ext uri="{FF2B5EF4-FFF2-40B4-BE49-F238E27FC236}">
                <a16:creationId xmlns:a16="http://schemas.microsoft.com/office/drawing/2014/main" id="{02D4BE3D-60C5-40CF-83D1-83BF42D5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646" y="5430589"/>
            <a:ext cx="4406354" cy="289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>
                <a:solidFill>
                  <a:srgbClr val="475569"/>
                </a:solidFill>
              </a:rPr>
              <a:t>Transparent escalation &amp; audit</a:t>
            </a:r>
            <a:endParaRPr sz="1200"/>
          </a:p>
        </p:txBody>
      </p:sp>
      <p:sp>
        <p:nvSpPr>
          <p:cNvPr id="59" name="SK-14-text-58">
            <a:extLst xmlns:a="http://schemas.openxmlformats.org/drawingml/2006/main">
              <a:ext uri="{FF2B5EF4-FFF2-40B4-BE49-F238E27FC236}">
                <a16:creationId xmlns:a16="http://schemas.microsoft.com/office/drawing/2014/main" id="{D17B83DC-51D3-4A2F-8623-0FC34C7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0591"/>
            <a:ext cx="230505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975" b="1" spc="16">
                <a:solidFill>
                  <a:srgbClr val="64748B"/>
                </a:solidFill>
                <a:latin typeface="Inter"/>
                <a:ea typeface="Inter"/>
                <a:cs typeface="Inter"/>
              </a:rPr>
              <a:t>SYNTHETIC EVIDENCE</a:t>
            </a:r>
            <a:endParaRPr sz="975"/>
          </a:p>
        </p:txBody>
      </p:sp>
      <p:sp>
        <p:nvSpPr>
          <p:cNvPr id="60" name="SK-14-text-59">
            <a:extLst xmlns:a="http://schemas.openxmlformats.org/drawingml/2006/main">
              <a:ext uri="{FF2B5EF4-FFF2-40B4-BE49-F238E27FC236}">
                <a16:creationId xmlns:a16="http://schemas.microsoft.com/office/drawing/2014/main" id="{4636B8F1-5707-4D37-BC23-8B5E642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757" y="6053435"/>
            <a:ext cx="923061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 b="1">
                <a:solidFill>
                  <a:srgbClr val="0F172A"/>
                </a:solidFill>
              </a:rPr>
              <a:t>Baseline each workflow</a:t>
            </a:r>
            <a:r>
              <a:rPr sz="1125">
                <a:solidFill>
                  <a:srgbClr val="475569"/>
                </a:solidFill>
              </a:rPr>
              <a:t> before automation · compare </a:t>
            </a:r>
            <a:r>
              <a:rPr sz="1125" b="1">
                <a:solidFill>
                  <a:srgbClr val="0F172A"/>
                </a:solidFill>
              </a:rPr>
              <a:t>time-to-ready</a:t>
            </a:r>
            <a:r>
              <a:rPr sz="1125">
                <a:solidFill>
                  <a:srgbClr val="475569"/>
                </a:solidFill>
              </a:rPr>
              <a:t>, </a:t>
            </a:r>
            <a:r>
              <a:rPr sz="1125" b="1">
                <a:solidFill>
                  <a:srgbClr val="0F172A"/>
                </a:solidFill>
              </a:rPr>
              <a:t>time-in-queue</a:t>
            </a:r>
            <a:r>
              <a:rPr sz="1125">
                <a:solidFill>
                  <a:srgbClr val="475569"/>
                </a:solidFill>
              </a:rPr>
              <a:t>, and </a:t>
            </a:r>
            <a:r>
              <a:rPr sz="1125" b="1">
                <a:solidFill>
                  <a:srgbClr val="0F172A"/>
                </a:solidFill>
              </a:rPr>
              <a:t>handoff count</a:t>
            </a:r>
            <a:r>
              <a:rPr sz="1125">
                <a:solidFill>
                  <a:srgbClr val="475569"/>
                </a:solidFill>
              </a:rPr>
              <a:t> · review feedback weekly · tune notification timing &amp; routing rules </a:t>
            </a:r>
            <a:r>
              <a:rPr sz="1125" b="1">
                <a:solidFill>
                  <a:srgbClr val="0D9488"/>
                </a:solidFill>
              </a:rPr>
              <a:t>without changing safety boundaries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60159841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15b9c37346d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SK-15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82729fd6644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4" name="SK-15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00e36b2854e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5" name="SK-15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b4c094c344c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126" name="SK-15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773a59e6e4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127" name="SK-15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7e6561ee24e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93515"/>
            <a:ext cx="3115121" cy="2912864"/>
          </a:xfrm>
          <a:prstGeom xmlns:a="http://schemas.openxmlformats.org/drawingml/2006/main" prst="rect">
            <a:avLst/>
          </a:prstGeom>
        </p:spPr>
      </p:pic>
      <p:pic>
        <p:nvPicPr>
          <p:cNvPr id="128" name="SK-15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81b204d38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1941165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29" name="SK-15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16889450e40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293590"/>
            <a:ext cx="2753171" cy="338138"/>
          </a:xfrm>
          <a:prstGeom xmlns:a="http://schemas.openxmlformats.org/drawingml/2006/main" prst="rect">
            <a:avLst/>
          </a:prstGeom>
        </p:spPr>
      </p:pic>
      <p:pic>
        <p:nvPicPr>
          <p:cNvPr id="130" name="SK-15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2fa7bf40645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2393156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31" name="SK-15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92d5c02a9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726978"/>
            <a:ext cx="2753171" cy="338138"/>
          </a:xfrm>
          <a:prstGeom xmlns:a="http://schemas.openxmlformats.org/drawingml/2006/main" prst="rect">
            <a:avLst/>
          </a:prstGeom>
        </p:spPr>
      </p:pic>
      <p:pic>
        <p:nvPicPr>
          <p:cNvPr id="132" name="SK-15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5c59e986d4f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2826544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33" name="SK-15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10c2a6ae0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3160365"/>
            <a:ext cx="2753171" cy="338138"/>
          </a:xfrm>
          <a:prstGeom xmlns:a="http://schemas.openxmlformats.org/drawingml/2006/main" prst="rect">
            <a:avLst/>
          </a:prstGeom>
        </p:spPr>
      </p:pic>
      <p:pic>
        <p:nvPicPr>
          <p:cNvPr id="134" name="SK-15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3204051c041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3259931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35" name="SK-15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d5828e9b74e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3593753"/>
            <a:ext cx="2753171" cy="338138"/>
          </a:xfrm>
          <a:prstGeom xmlns:a="http://schemas.openxmlformats.org/drawingml/2006/main" prst="rect">
            <a:avLst/>
          </a:prstGeom>
        </p:spPr>
      </p:pic>
      <p:pic>
        <p:nvPicPr>
          <p:cNvPr id="136" name="SK-15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e5ffec29f4d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3693319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37" name="SK-15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618cce3ad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5221" y="1693515"/>
            <a:ext cx="4361408" cy="2912864"/>
          </a:xfrm>
          <a:prstGeom xmlns:a="http://schemas.openxmlformats.org/drawingml/2006/main" prst="rect">
            <a:avLst/>
          </a:prstGeom>
        </p:spPr>
      </p:pic>
      <p:pic>
        <p:nvPicPr>
          <p:cNvPr id="138" name="SK-15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f6f461420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6196" y="1941165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39" name="SK-15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a71b1d827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6196" y="2293590"/>
            <a:ext cx="3999458" cy="338138"/>
          </a:xfrm>
          <a:prstGeom xmlns:a="http://schemas.openxmlformats.org/drawingml/2006/main" prst="rect">
            <a:avLst/>
          </a:prstGeom>
        </p:spPr>
      </p:pic>
      <p:pic>
        <p:nvPicPr>
          <p:cNvPr id="140" name="SK-15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24cbca47a49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446" y="2393156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41" name="SK-15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4c0ec5a0543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6196" y="2726978"/>
            <a:ext cx="3999458" cy="338138"/>
          </a:xfrm>
          <a:prstGeom xmlns:a="http://schemas.openxmlformats.org/drawingml/2006/main" prst="rect">
            <a:avLst/>
          </a:prstGeom>
        </p:spPr>
      </p:pic>
      <p:pic>
        <p:nvPicPr>
          <p:cNvPr id="142" name="SK-15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0fa64c95f4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446" y="2826544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43" name="SK-15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1ccc2f9f24e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6196" y="3160365"/>
            <a:ext cx="3999458" cy="338138"/>
          </a:xfrm>
          <a:prstGeom xmlns:a="http://schemas.openxmlformats.org/drawingml/2006/main" prst="rect">
            <a:avLst/>
          </a:prstGeom>
        </p:spPr>
      </p:pic>
      <p:pic>
        <p:nvPicPr>
          <p:cNvPr id="144" name="SK-15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db69db8c242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446" y="3259931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45" name="SK-15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81b131e1e4a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6196" y="3593753"/>
            <a:ext cx="3999458" cy="338138"/>
          </a:xfrm>
          <a:prstGeom xmlns:a="http://schemas.openxmlformats.org/drawingml/2006/main" prst="rect">
            <a:avLst/>
          </a:prstGeom>
        </p:spPr>
      </p:pic>
      <p:pic>
        <p:nvPicPr>
          <p:cNvPr id="146" name="SK-15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8c84e6a9349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446" y="3693319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47" name="SK-15-img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047706a6b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5230" y="1693515"/>
            <a:ext cx="3115121" cy="2912864"/>
          </a:xfrm>
          <a:prstGeom xmlns:a="http://schemas.openxmlformats.org/drawingml/2006/main" prst="rect">
            <a:avLst/>
          </a:prstGeom>
        </p:spPr>
      </p:pic>
      <p:pic>
        <p:nvPicPr>
          <p:cNvPr id="148" name="SK-15-img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3358465fc48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205" y="1941165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49" name="SK-15-img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f2977902647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205" y="2293590"/>
            <a:ext cx="2753171" cy="338138"/>
          </a:xfrm>
          <a:prstGeom xmlns:a="http://schemas.openxmlformats.org/drawingml/2006/main" prst="rect">
            <a:avLst/>
          </a:prstGeom>
        </p:spPr>
      </p:pic>
      <p:pic>
        <p:nvPicPr>
          <p:cNvPr id="150" name="SK-15-img-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36128759446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1455" y="2393156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51" name="SK-15-img-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8eed186e142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205" y="2726978"/>
            <a:ext cx="2753171" cy="338138"/>
          </a:xfrm>
          <a:prstGeom xmlns:a="http://schemas.openxmlformats.org/drawingml/2006/main" prst="rect">
            <a:avLst/>
          </a:prstGeom>
        </p:spPr>
      </p:pic>
      <p:pic>
        <p:nvPicPr>
          <p:cNvPr id="152" name="SK-15-img-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e35892ac44d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1455" y="2826544"/>
            <a:ext cx="178594" cy="138857"/>
          </a:xfrm>
          <a:prstGeom xmlns:a="http://schemas.openxmlformats.org/drawingml/2006/main" prst="rect">
            <a:avLst/>
          </a:prstGeom>
        </p:spPr>
      </p:pic>
      <p:pic>
        <p:nvPicPr>
          <p:cNvPr id="153" name="SK-15-img-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386f27cb14e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205" y="3160365"/>
            <a:ext cx="2753171" cy="523875"/>
          </a:xfrm>
          <a:prstGeom xmlns:a="http://schemas.openxmlformats.org/drawingml/2006/main" prst="rect">
            <a:avLst/>
          </a:prstGeom>
        </p:spPr>
      </p:pic>
      <p:pic>
        <p:nvPicPr>
          <p:cNvPr id="154" name="SK-15-img-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f74f2862c40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1455" y="3333006"/>
            <a:ext cx="178594" cy="178594"/>
          </a:xfrm>
          <a:prstGeom xmlns:a="http://schemas.openxmlformats.org/drawingml/2006/main" prst="rect">
            <a:avLst/>
          </a:prstGeom>
        </p:spPr>
      </p:pic>
      <p:pic>
        <p:nvPicPr>
          <p:cNvPr id="155" name="SK-15-img-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1750e1ce342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205" y="3779490"/>
            <a:ext cx="2753171" cy="523875"/>
          </a:xfrm>
          <a:prstGeom xmlns:a="http://schemas.openxmlformats.org/drawingml/2006/main" prst="rect">
            <a:avLst/>
          </a:prstGeom>
        </p:spPr>
      </p:pic>
      <p:pic>
        <p:nvPicPr>
          <p:cNvPr id="156" name="SK-15-img-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4c4f6dd4541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1455" y="3967907"/>
            <a:ext cx="178594" cy="147042"/>
          </a:xfrm>
          <a:prstGeom xmlns:a="http://schemas.openxmlformats.org/drawingml/2006/main" prst="rect">
            <a:avLst/>
          </a:prstGeom>
        </p:spPr>
      </p:pic>
      <p:pic>
        <p:nvPicPr>
          <p:cNvPr id="157" name="SK-15-img-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72f10e29049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834979"/>
            <a:ext cx="11049000" cy="933450"/>
          </a:xfrm>
          <a:prstGeom xmlns:a="http://schemas.openxmlformats.org/drawingml/2006/main" prst="rect">
            <a:avLst/>
          </a:prstGeom>
        </p:spPr>
      </p:pic>
      <p:pic>
        <p:nvPicPr>
          <p:cNvPr id="158" name="SK-15-img-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1b5436e29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5223718"/>
            <a:ext cx="190500" cy="155823"/>
          </a:xfrm>
          <a:prstGeom xmlns:a="http://schemas.openxmlformats.org/drawingml/2006/main" prst="rect">
            <a:avLst/>
          </a:prstGeom>
        </p:spPr>
      </p:pic>
      <p:pic>
        <p:nvPicPr>
          <p:cNvPr id="159" name="SK-15-img-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adf29a1fa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8975" y="4977854"/>
            <a:ext cx="1676400" cy="276225"/>
          </a:xfrm>
          <a:prstGeom xmlns:a="http://schemas.openxmlformats.org/drawingml/2006/main" prst="rect">
            <a:avLst/>
          </a:prstGeom>
        </p:spPr>
      </p:pic>
      <p:pic>
        <p:nvPicPr>
          <p:cNvPr id="160" name="SK-15-img-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84b8745f9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5049292"/>
            <a:ext cx="166688" cy="133350"/>
          </a:xfrm>
          <a:prstGeom xmlns:a="http://schemas.openxmlformats.org/drawingml/2006/main" prst="rect">
            <a:avLst/>
          </a:prstGeom>
        </p:spPr>
      </p:pic>
      <p:pic>
        <p:nvPicPr>
          <p:cNvPr id="161" name="SK-15-img-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b4b6f7f94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4438" y="4977854"/>
            <a:ext cx="2076450" cy="276225"/>
          </a:xfrm>
          <a:prstGeom xmlns:a="http://schemas.openxmlformats.org/drawingml/2006/main" prst="rect">
            <a:avLst/>
          </a:prstGeom>
        </p:spPr>
      </p:pic>
      <p:pic>
        <p:nvPicPr>
          <p:cNvPr id="162" name="SK-15-img-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d96f6db854e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9688" y="5049292"/>
            <a:ext cx="166688" cy="133350"/>
          </a:xfrm>
          <a:prstGeom xmlns:a="http://schemas.openxmlformats.org/drawingml/2006/main" prst="rect">
            <a:avLst/>
          </a:prstGeom>
        </p:spPr>
      </p:pic>
      <p:pic>
        <p:nvPicPr>
          <p:cNvPr id="163" name="SK-15-img-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f2cd671e246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950" y="4977854"/>
            <a:ext cx="1419225" cy="276225"/>
          </a:xfrm>
          <a:prstGeom xmlns:a="http://schemas.openxmlformats.org/drawingml/2006/main" prst="rect">
            <a:avLst/>
          </a:prstGeom>
        </p:spPr>
      </p:pic>
      <p:pic>
        <p:nvPicPr>
          <p:cNvPr id="164" name="SK-15-img-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71867f02f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0" y="5049292"/>
            <a:ext cx="166688" cy="133350"/>
          </a:xfrm>
          <a:prstGeom xmlns:a="http://schemas.openxmlformats.org/drawingml/2006/main" prst="rect">
            <a:avLst/>
          </a:prstGeom>
        </p:spPr>
      </p:pic>
      <p:pic>
        <p:nvPicPr>
          <p:cNvPr id="165" name="SK-15-img-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1ca59aecc41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8238" y="4977854"/>
            <a:ext cx="2209800" cy="276225"/>
          </a:xfrm>
          <a:prstGeom xmlns:a="http://schemas.openxmlformats.org/drawingml/2006/main" prst="rect">
            <a:avLst/>
          </a:prstGeom>
        </p:spPr>
      </p:pic>
      <p:pic>
        <p:nvPicPr>
          <p:cNvPr id="166" name="SK-15-img-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abf1f37db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488" y="5049292"/>
            <a:ext cx="166688" cy="133350"/>
          </a:xfrm>
          <a:prstGeom xmlns:a="http://schemas.openxmlformats.org/drawingml/2006/main" prst="rect">
            <a:avLst/>
          </a:prstGeom>
        </p:spPr>
      </p:pic>
      <p:pic>
        <p:nvPicPr>
          <p:cNvPr id="167" name="SK-15-img-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4edd7fe44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8975" y="5349329"/>
            <a:ext cx="1866900" cy="276225"/>
          </a:xfrm>
          <a:prstGeom xmlns:a="http://schemas.openxmlformats.org/drawingml/2006/main" prst="rect">
            <a:avLst/>
          </a:prstGeom>
        </p:spPr>
      </p:pic>
      <p:pic>
        <p:nvPicPr>
          <p:cNvPr id="168" name="SK-15-img-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fdeba4988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5420767"/>
            <a:ext cx="166688" cy="133350"/>
          </a:xfrm>
          <a:prstGeom xmlns:a="http://schemas.openxmlformats.org/drawingml/2006/main" prst="rect">
            <a:avLst/>
          </a:prstGeom>
        </p:spPr>
      </p:pic>
      <p:pic>
        <p:nvPicPr>
          <p:cNvPr id="169" name="SK-15-img-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11a299fb541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997029"/>
            <a:ext cx="11049000" cy="441871"/>
          </a:xfrm>
          <a:prstGeom xmlns:a="http://schemas.openxmlformats.org/drawingml/2006/main" prst="rect">
            <a:avLst/>
          </a:prstGeom>
        </p:spPr>
      </p:pic>
      <p:pic>
        <p:nvPicPr>
          <p:cNvPr id="170" name="SK-15-img-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cc5dc75bd4a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6140053"/>
            <a:ext cx="190500" cy="155823"/>
          </a:xfrm>
          <a:prstGeom xmlns:a="http://schemas.openxmlformats.org/drawingml/2006/main" prst="rect">
            <a:avLst/>
          </a:prstGeom>
        </p:spPr>
      </p:pic>
      <p:sp>
        <p:nvSpPr>
          <p:cNvPr id="50" name="SK-15-text-49">
            <a:extLst xmlns:a="http://schemas.openxmlformats.org/drawingml/2006/main">
              <a:ext uri="{FF2B5EF4-FFF2-40B4-BE49-F238E27FC236}">
                <a16:creationId xmlns:a16="http://schemas.microsoft.com/office/drawing/2014/main" id="{DF14DF10-7F1C-47EF-9533-503C3BEC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51" name="SK-15-text-50">
            <a:extLst xmlns:a="http://schemas.openxmlformats.org/drawingml/2006/main">
              <a:ext uri="{FF2B5EF4-FFF2-40B4-BE49-F238E27FC236}">
                <a16:creationId xmlns:a16="http://schemas.microsoft.com/office/drawing/2014/main" id="{9ECAB385-B8FC-4D4D-8CC8-CD4C8E78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Technical Architecture &amp; Ecosystem</a:t>
            </a:r>
            <a:endParaRPr sz="2550"/>
          </a:p>
        </p:txBody>
      </p:sp>
      <p:sp>
        <p:nvSpPr>
          <p:cNvPr id="52" name="SK-15-text-51">
            <a:extLst xmlns:a="http://schemas.openxmlformats.org/drawingml/2006/main">
              <a:ext uri="{FF2B5EF4-FFF2-40B4-BE49-F238E27FC236}">
                <a16:creationId xmlns:a16="http://schemas.microsoft.com/office/drawing/2014/main" id="{141DD4D9-704F-4D28-8883-12B5454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964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A three-tier structure built for high-concurrency, asynchronous event processing across the entire care network.</a:t>
            </a:r>
            <a:endParaRPr sz="1350"/>
          </a:p>
        </p:txBody>
      </p:sp>
      <p:sp>
        <p:nvSpPr>
          <p:cNvPr id="53" name="SK-15-text-52">
            <a:extLst xmlns:a="http://schemas.openxmlformats.org/drawingml/2006/main">
              <a:ext uri="{FF2B5EF4-FFF2-40B4-BE49-F238E27FC236}">
                <a16:creationId xmlns:a16="http://schemas.microsoft.com/office/drawing/2014/main" id="{1DA561E2-F43E-4F76-B72D-2CF2ED49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89354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Layer</a:t>
            </a:r>
            <a:endParaRPr sz="1500"/>
          </a:p>
        </p:txBody>
      </p:sp>
      <p:sp>
        <p:nvSpPr>
          <p:cNvPr id="54" name="SK-15-text-53">
            <a:extLst xmlns:a="http://schemas.openxmlformats.org/drawingml/2006/main">
              <a:ext uri="{FF2B5EF4-FFF2-40B4-BE49-F238E27FC236}">
                <a16:creationId xmlns:a16="http://schemas.microsoft.com/office/drawing/2014/main" id="{CAE74D6B-FEA1-4AE9-8A3A-297B2EC4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69" y="2369790"/>
            <a:ext cx="316230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Android &amp; iOS apps</a:t>
            </a:r>
            <a:endParaRPr sz="1125"/>
          </a:p>
        </p:txBody>
      </p:sp>
      <p:sp>
        <p:nvSpPr>
          <p:cNvPr id="55" name="SK-15-text-54">
            <a:extLst xmlns:a="http://schemas.openxmlformats.org/drawingml/2006/main">
              <a:ext uri="{FF2B5EF4-FFF2-40B4-BE49-F238E27FC236}">
                <a16:creationId xmlns:a16="http://schemas.microsoft.com/office/drawing/2014/main" id="{A1F3D31E-BA9E-4D82-ACD1-B08538BD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69" y="2803178"/>
            <a:ext cx="521970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Voice / text interaction layer</a:t>
            </a:r>
            <a:endParaRPr sz="1125"/>
          </a:p>
        </p:txBody>
      </p:sp>
      <p:sp>
        <p:nvSpPr>
          <p:cNvPr id="56" name="SK-15-text-55">
            <a:extLst xmlns:a="http://schemas.openxmlformats.org/drawingml/2006/main">
              <a:ext uri="{FF2B5EF4-FFF2-40B4-BE49-F238E27FC236}">
                <a16:creationId xmlns:a16="http://schemas.microsoft.com/office/drawing/2014/main" id="{503FDDD1-604E-42A2-B6B1-597D90D1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69" y="3236565"/>
            <a:ext cx="556260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Identity, consent, accessibility</a:t>
            </a:r>
            <a:endParaRPr sz="1125"/>
          </a:p>
        </p:txBody>
      </p:sp>
      <p:sp>
        <p:nvSpPr>
          <p:cNvPr id="57" name="SK-15-text-56">
            <a:extLst xmlns:a="http://schemas.openxmlformats.org/drawingml/2006/main">
              <a:ext uri="{FF2B5EF4-FFF2-40B4-BE49-F238E27FC236}">
                <a16:creationId xmlns:a16="http://schemas.microsoft.com/office/drawing/2014/main" id="{0EBC0ADA-0B48-47F2-80BD-D9609B85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69" y="3669953"/>
            <a:ext cx="676275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Local notification &amp; offline-safe state</a:t>
            </a:r>
            <a:endParaRPr sz="1125"/>
          </a:p>
        </p:txBody>
      </p:sp>
      <p:sp>
        <p:nvSpPr>
          <p:cNvPr id="58" name="SK-15-text-57">
            <a:extLst xmlns:a="http://schemas.openxmlformats.org/drawingml/2006/main">
              <a:ext uri="{FF2B5EF4-FFF2-40B4-BE49-F238E27FC236}">
                <a16:creationId xmlns:a16="http://schemas.microsoft.com/office/drawing/2014/main" id="{8D78961C-C042-4A0B-BA1F-B81F78B5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146" y="189354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Coordination Layer</a:t>
            </a:r>
            <a:endParaRPr sz="1500"/>
          </a:p>
        </p:txBody>
      </p:sp>
      <p:sp>
        <p:nvSpPr>
          <p:cNvPr id="59" name="SK-15-text-58">
            <a:extLst xmlns:a="http://schemas.openxmlformats.org/drawingml/2006/main">
              <a:ext uri="{FF2B5EF4-FFF2-40B4-BE49-F238E27FC236}">
                <a16:creationId xmlns:a16="http://schemas.microsoft.com/office/drawing/2014/main" id="{D2B90169-A6B9-4AEF-820F-93D79F7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90" y="2369790"/>
            <a:ext cx="710565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Patient Integration &amp; Orchestration Agent</a:t>
            </a:r>
            <a:endParaRPr sz="1125"/>
          </a:p>
        </p:txBody>
      </p:sp>
      <p:sp>
        <p:nvSpPr>
          <p:cNvPr id="60" name="SK-15-text-59">
            <a:extLst xmlns:a="http://schemas.openxmlformats.org/drawingml/2006/main">
              <a:ext uri="{FF2B5EF4-FFF2-40B4-BE49-F238E27FC236}">
                <a16:creationId xmlns:a16="http://schemas.microsoft.com/office/drawing/2014/main" id="{402A615D-15FE-4889-8344-47AE5038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90" y="2803178"/>
            <a:ext cx="470535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Hospital Orchestrator Agent</a:t>
            </a:r>
            <a:endParaRPr sz="1125"/>
          </a:p>
        </p:txBody>
      </p:sp>
      <p:sp>
        <p:nvSpPr>
          <p:cNvPr id="61" name="SK-15-text-60">
            <a:extLst xmlns:a="http://schemas.openxmlformats.org/drawingml/2006/main">
              <a:ext uri="{FF2B5EF4-FFF2-40B4-BE49-F238E27FC236}">
                <a16:creationId xmlns:a16="http://schemas.microsoft.com/office/drawing/2014/main" id="{3EE0DF1E-6FB4-4236-8687-1705587F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90" y="3236565"/>
            <a:ext cx="772671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Context manager for hospital &amp; departmental connections</a:t>
            </a:r>
            <a:endParaRPr sz="1125"/>
          </a:p>
        </p:txBody>
      </p:sp>
      <p:sp>
        <p:nvSpPr>
          <p:cNvPr id="62" name="SK-15-text-61">
            <a:extLst xmlns:a="http://schemas.openxmlformats.org/drawingml/2006/main">
              <a:ext uri="{FF2B5EF4-FFF2-40B4-BE49-F238E27FC236}">
                <a16:creationId xmlns:a16="http://schemas.microsoft.com/office/drawing/2014/main" id="{DCDFC538-AE54-4D9D-8555-3E2C5FF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90" y="3669953"/>
            <a:ext cx="6762750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Policy, routing, audit &amp; event services</a:t>
            </a:r>
            <a:endParaRPr sz="1125"/>
          </a:p>
        </p:txBody>
      </p:sp>
      <p:sp>
        <p:nvSpPr>
          <p:cNvPr id="63" name="SK-15-text-62">
            <a:extLst xmlns:a="http://schemas.openxmlformats.org/drawingml/2006/main">
              <a:ext uri="{FF2B5EF4-FFF2-40B4-BE49-F238E27FC236}">
                <a16:creationId xmlns:a16="http://schemas.microsoft.com/office/drawing/2014/main" id="{6D62E057-617F-4FDB-928D-62F70987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5" y="1893540"/>
            <a:ext cx="314384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5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Layer</a:t>
            </a:r>
            <a:endParaRPr sz="1500"/>
          </a:p>
        </p:txBody>
      </p:sp>
      <p:sp>
        <p:nvSpPr>
          <p:cNvPr id="64" name="SK-15-text-63">
            <a:extLst xmlns:a="http://schemas.openxmlformats.org/drawingml/2006/main">
              <a:ext uri="{FF2B5EF4-FFF2-40B4-BE49-F238E27FC236}">
                <a16:creationId xmlns:a16="http://schemas.microsoft.com/office/drawing/2014/main" id="{C927D029-0D18-4A51-9BAD-3738FE9C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298" y="2369790"/>
            <a:ext cx="3136702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Hospital command center</a:t>
            </a:r>
            <a:endParaRPr sz="1125"/>
          </a:p>
        </p:txBody>
      </p:sp>
      <p:sp>
        <p:nvSpPr>
          <p:cNvPr id="65" name="SK-15-text-64">
            <a:extLst xmlns:a="http://schemas.openxmlformats.org/drawingml/2006/main">
              <a:ext uri="{FF2B5EF4-FFF2-40B4-BE49-F238E27FC236}">
                <a16:creationId xmlns:a16="http://schemas.microsoft.com/office/drawing/2014/main" id="{B0354FB5-1E75-400C-A31D-47534FD3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298" y="2803178"/>
            <a:ext cx="3136702" cy="185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Departmental specialized agents</a:t>
            </a:r>
            <a:endParaRPr sz="1125"/>
          </a:p>
        </p:txBody>
      </p:sp>
      <p:sp>
        <p:nvSpPr>
          <p:cNvPr id="66" name="SK-15-text-65">
            <a:extLst xmlns:a="http://schemas.openxmlformats.org/drawingml/2006/main">
              <a:ext uri="{FF2B5EF4-FFF2-40B4-BE49-F238E27FC236}">
                <a16:creationId xmlns:a16="http://schemas.microsoft.com/office/drawing/2014/main" id="{CBF2F5B5-973A-41D0-ABAB-BB099B0F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298" y="3236565"/>
            <a:ext cx="2288828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Adapters for scheduling, EHR, pharmacy, billing</a:t>
            </a:r>
            <a:endParaRPr sz="1125"/>
          </a:p>
        </p:txBody>
      </p:sp>
      <p:sp>
        <p:nvSpPr>
          <p:cNvPr id="67" name="SK-15-text-66">
            <a:extLst xmlns:a="http://schemas.openxmlformats.org/drawingml/2006/main">
              <a:ext uri="{FF2B5EF4-FFF2-40B4-BE49-F238E27FC236}">
                <a16:creationId xmlns:a16="http://schemas.microsoft.com/office/drawing/2014/main" id="{A50BEC88-ABFA-4613-9322-977DC20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298" y="3855690"/>
            <a:ext cx="2288828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1125">
                <a:solidFill>
                  <a:srgbClr val="475569"/>
                </a:solidFill>
              </a:rPr>
              <a:t>Transport &amp; messaging system adapters</a:t>
            </a:r>
            <a:endParaRPr sz="1125"/>
          </a:p>
        </p:txBody>
      </p:sp>
      <p:sp>
        <p:nvSpPr>
          <p:cNvPr id="68" name="SK-15-text-67">
            <a:extLst xmlns:a="http://schemas.openxmlformats.org/drawingml/2006/main">
              <a:ext uri="{FF2B5EF4-FFF2-40B4-BE49-F238E27FC236}">
                <a16:creationId xmlns:a16="http://schemas.microsoft.com/office/drawing/2014/main" id="{DB402084-6D61-4B34-A05F-DB18F3C1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73117"/>
            <a:ext cx="4406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Learning &amp; Governance</a:t>
            </a:r>
            <a:endParaRPr sz="1350"/>
          </a:p>
        </p:txBody>
      </p:sp>
      <p:sp>
        <p:nvSpPr>
          <p:cNvPr id="69" name="SK-15-text-68">
            <a:extLst xmlns:a="http://schemas.openxmlformats.org/drawingml/2006/main">
              <a:ext uri="{FF2B5EF4-FFF2-40B4-BE49-F238E27FC236}">
                <a16:creationId xmlns:a16="http://schemas.microsoft.com/office/drawing/2014/main" id="{245277D8-28DB-4369-9F91-55CAFC1B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4977854"/>
            <a:ext cx="3268084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475569"/>
                </a:solidFill>
              </a:rPr>
              <a:t>Metrics &amp; observability</a:t>
            </a:r>
            <a:endParaRPr sz="1050"/>
          </a:p>
        </p:txBody>
      </p:sp>
      <p:sp>
        <p:nvSpPr>
          <p:cNvPr id="70" name="SK-15-text-69">
            <a:extLst xmlns:a="http://schemas.openxmlformats.org/drawingml/2006/main">
              <a:ext uri="{FF2B5EF4-FFF2-40B4-BE49-F238E27FC236}">
                <a16:creationId xmlns:a16="http://schemas.microsoft.com/office/drawing/2014/main" id="{A2846434-1AB3-4252-A66A-4CFE6B5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977854"/>
            <a:ext cx="3928654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475569"/>
                </a:solidFill>
              </a:rPr>
              <a:t>Consent &amp; time-bound access</a:t>
            </a:r>
            <a:endParaRPr sz="1050"/>
          </a:p>
        </p:txBody>
      </p:sp>
      <p:sp>
        <p:nvSpPr>
          <p:cNvPr id="71" name="SK-15-text-70">
            <a:extLst xmlns:a="http://schemas.openxmlformats.org/drawingml/2006/main">
              <a:ext uri="{FF2B5EF4-FFF2-40B4-BE49-F238E27FC236}">
                <a16:creationId xmlns:a16="http://schemas.microsoft.com/office/drawing/2014/main" id="{39D780AB-89B3-4E87-A3BA-16FC2D8A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037" y="4977854"/>
            <a:ext cx="2222324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475569"/>
                </a:solidFill>
              </a:rPr>
              <a:t>Human escalation</a:t>
            </a:r>
            <a:endParaRPr sz="1050"/>
          </a:p>
        </p:txBody>
      </p:sp>
      <p:sp>
        <p:nvSpPr>
          <p:cNvPr id="72" name="SK-15-text-71">
            <a:extLst xmlns:a="http://schemas.openxmlformats.org/drawingml/2006/main">
              <a:ext uri="{FF2B5EF4-FFF2-40B4-BE49-F238E27FC236}">
                <a16:creationId xmlns:a16="http://schemas.microsoft.com/office/drawing/2014/main" id="{55A22A5A-BD74-4897-9EB7-80B0F0BC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77854"/>
            <a:ext cx="311467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475569"/>
                </a:solidFill>
              </a:rPr>
              <a:t>Model evaluation &amp; error review</a:t>
            </a:r>
            <a:endParaRPr sz="1050"/>
          </a:p>
        </p:txBody>
      </p:sp>
      <p:sp>
        <p:nvSpPr>
          <p:cNvPr id="73" name="SK-15-text-72">
            <a:extLst xmlns:a="http://schemas.openxmlformats.org/drawingml/2006/main">
              <a:ext uri="{FF2B5EF4-FFF2-40B4-BE49-F238E27FC236}">
                <a16:creationId xmlns:a16="http://schemas.microsoft.com/office/drawing/2014/main" id="{2E3DB925-DDE5-4D35-B043-6CC199A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5349329"/>
            <a:ext cx="3165736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050">
                <a:solidFill>
                  <a:srgbClr val="475569"/>
                </a:solidFill>
              </a:rPr>
              <a:t>Continuous improvement</a:t>
            </a:r>
            <a:endParaRPr sz="1050"/>
          </a:p>
        </p:txBody>
      </p:sp>
      <p:sp>
        <p:nvSpPr>
          <p:cNvPr id="74" name="SK-15-text-73">
            <a:extLst xmlns:a="http://schemas.openxmlformats.org/drawingml/2006/main">
              <a:ext uri="{FF2B5EF4-FFF2-40B4-BE49-F238E27FC236}">
                <a16:creationId xmlns:a16="http://schemas.microsoft.com/office/drawing/2014/main" id="{72E56640-2E27-4F7B-A156-B130CF4E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1329"/>
            <a:ext cx="11163300" cy="21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80"/>
              </a:lnSpc>
              <a:buNone/>
            </a:pPr>
            <a:r>
              <a:rPr sz="1200" b="1">
                <a:solidFill>
                  <a:srgbClr val="0F172A"/>
                </a:solidFill>
              </a:rPr>
              <a:t>Scale path: stateless APIs and asynchronous workflows can expand beyond the synthetic demo after production controls and load testing.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76519288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67b99936409419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SK-16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3dfd206d54d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7" name="SK-16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14d6e8d17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8" name="SK-16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d0629e73b4b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1000"/>
            <a:ext cx="2051745" cy="247650"/>
          </a:xfrm>
          <a:prstGeom xmlns:a="http://schemas.openxmlformats.org/drawingml/2006/main" prst="rect">
            <a:avLst/>
          </a:prstGeom>
        </p:spPr>
      </p:pic>
      <p:pic>
        <p:nvPicPr>
          <p:cNvPr id="79" name="SK-16-img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d8fb1c1db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7545" y="500063"/>
            <a:ext cx="8882955" cy="9525"/>
          </a:xfrm>
          <a:prstGeom xmlns:a="http://schemas.openxmlformats.org/drawingml/2006/main" prst="rect">
            <a:avLst/>
          </a:prstGeom>
        </p:spPr>
      </p:pic>
      <p:pic>
        <p:nvPicPr>
          <p:cNvPr id="80" name="SK-16-img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c62abac5d43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1615"/>
            <a:ext cx="3530501" cy="3537645"/>
          </a:xfrm>
          <a:prstGeom xmlns:a="http://schemas.openxmlformats.org/drawingml/2006/main" prst="rect">
            <a:avLst/>
          </a:prstGeom>
        </p:spPr>
      </p:pic>
      <p:pic>
        <p:nvPicPr>
          <p:cNvPr id="81" name="SK-16-img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cb18fa7b9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931640"/>
            <a:ext cx="710208" cy="261937"/>
          </a:xfrm>
          <a:prstGeom xmlns:a="http://schemas.openxmlformats.org/drawingml/2006/main" prst="rect">
            <a:avLst/>
          </a:prstGeom>
        </p:spPr>
      </p:pic>
      <p:pic>
        <p:nvPicPr>
          <p:cNvPr id="82" name="SK-16-img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340d9fa8049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6088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83" name="SK-16-img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1e5d7cd38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1041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84" name="SK-16-img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a9c82205547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5994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85" name="SK-16-img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6a7ab1b2b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0947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86" name="SK-16-img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d031dd7db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0601" y="1731615"/>
            <a:ext cx="3530650" cy="3537645"/>
          </a:xfrm>
          <a:prstGeom xmlns:a="http://schemas.openxmlformats.org/drawingml/2006/main" prst="rect">
            <a:avLst/>
          </a:prstGeom>
        </p:spPr>
      </p:pic>
      <p:pic>
        <p:nvPicPr>
          <p:cNvPr id="87" name="SK-16-img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d8ecd83e14e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626" y="1931640"/>
            <a:ext cx="729258" cy="261937"/>
          </a:xfrm>
          <a:prstGeom xmlns:a="http://schemas.openxmlformats.org/drawingml/2006/main" prst="rect">
            <a:avLst/>
          </a:prstGeom>
        </p:spPr>
      </p:pic>
      <p:pic>
        <p:nvPicPr>
          <p:cNvPr id="88" name="SK-16-img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5f05d300d4d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626" y="26088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89" name="SK-16-img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68558b0a64b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626" y="31041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90" name="SK-16-img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b9ecfa8e2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626" y="35994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91" name="SK-16-img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19b34b9924a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626" y="40947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92" name="SK-16-img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90bcb52fa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9850" y="1731615"/>
            <a:ext cx="3530501" cy="3537645"/>
          </a:xfrm>
          <a:prstGeom xmlns:a="http://schemas.openxmlformats.org/drawingml/2006/main" prst="rect">
            <a:avLst/>
          </a:prstGeom>
        </p:spPr>
      </p:pic>
      <p:pic>
        <p:nvPicPr>
          <p:cNvPr id="93" name="SK-16-img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44644e1bf46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9875" y="1931640"/>
            <a:ext cx="738783" cy="261937"/>
          </a:xfrm>
          <a:prstGeom xmlns:a="http://schemas.openxmlformats.org/drawingml/2006/main" prst="rect">
            <a:avLst/>
          </a:prstGeom>
        </p:spPr>
      </p:pic>
      <p:pic>
        <p:nvPicPr>
          <p:cNvPr id="94" name="SK-16-img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6e63cd6ea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9875" y="26088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95" name="SK-16-img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d223c01814b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9875" y="31041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96" name="SK-16-img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164c9ec1a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9875" y="35994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97" name="SK-16-img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875cd841341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9875" y="4094708"/>
            <a:ext cx="166688" cy="137220"/>
          </a:xfrm>
          <a:prstGeom xmlns:a="http://schemas.openxmlformats.org/drawingml/2006/main" prst="rect">
            <a:avLst/>
          </a:prstGeom>
        </p:spPr>
      </p:pic>
      <p:pic>
        <p:nvPicPr>
          <p:cNvPr id="98" name="SK-16-img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c9b207c5c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497860"/>
            <a:ext cx="11049000" cy="941040"/>
          </a:xfrm>
          <a:prstGeom xmlns:a="http://schemas.openxmlformats.org/drawingml/2006/main" prst="rect">
            <a:avLst/>
          </a:prstGeom>
        </p:spPr>
      </p:pic>
      <p:pic>
        <p:nvPicPr>
          <p:cNvPr id="99" name="SK-16-img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c6064295848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5861596"/>
            <a:ext cx="261937" cy="213420"/>
          </a:xfrm>
          <a:prstGeom xmlns:a="http://schemas.openxmlformats.org/drawingml/2006/main" prst="rect">
            <a:avLst/>
          </a:prstGeom>
        </p:spPr>
      </p:pic>
      <p:sp>
        <p:nvSpPr>
          <p:cNvPr id="26" name="SK-16-text-25">
            <a:extLst xmlns:a="http://schemas.openxmlformats.org/drawingml/2006/main">
              <a:ext uri="{FF2B5EF4-FFF2-40B4-BE49-F238E27FC236}">
                <a16:creationId xmlns:a16="http://schemas.microsoft.com/office/drawing/2014/main" id="{B5269AEC-ADBF-4AD9-910E-B8719C6A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69584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POLARIS</a:t>
            </a:r>
            <a:r>
              <a:rPr sz="900" b="1" spc="72">
                <a:solidFill>
                  <a:srgbClr val="0D9488"/>
                </a:solidFill>
                <a:latin typeface="Inter"/>
                <a:ea typeface="Inter"/>
                <a:cs typeface="Inter"/>
              </a:rPr>
              <a:t> PROTOTYPE</a:t>
            </a:r>
            <a:endParaRPr sz="900"/>
          </a:p>
        </p:txBody>
      </p:sp>
      <p:sp>
        <p:nvSpPr>
          <p:cNvPr id="27" name="SK-16-text-26">
            <a:extLst xmlns:a="http://schemas.openxmlformats.org/drawingml/2006/main">
              <a:ext uri="{FF2B5EF4-FFF2-40B4-BE49-F238E27FC236}">
                <a16:creationId xmlns:a16="http://schemas.microsoft.com/office/drawing/2014/main" id="{CA1658E3-8574-41F9-A869-6C2AB631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620500" cy="38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60"/>
              </a:lnSpc>
              <a:buNone/>
            </a:pPr>
            <a:r>
              <a:rPr sz="25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Roadmap and Immediate Next Steps</a:t>
            </a:r>
            <a:endParaRPr sz="2550"/>
          </a:p>
        </p:txBody>
      </p:sp>
      <p:sp>
        <p:nvSpPr>
          <p:cNvPr id="28" name="SK-16-text-27">
            <a:extLst xmlns:a="http://schemas.openxmlformats.org/drawingml/2006/main">
              <a:ext uri="{FF2B5EF4-FFF2-40B4-BE49-F238E27FC236}">
                <a16:creationId xmlns:a16="http://schemas.microsoft.com/office/drawing/2014/main" id="{60948D68-22E8-4ED5-B6A2-6ACBD879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9640"/>
            <a:ext cx="1162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25"/>
              </a:lnSpc>
              <a:buNone/>
            </a:pPr>
            <a:r>
              <a:rPr sz="1350">
                <a:solidFill>
                  <a:srgbClr val="475569"/>
                </a:solidFill>
              </a:rPr>
              <a:t>A 90-day execution plan that moves from patient app prototype to an integrated single-hospital pilot, then scales toward a multi-hospital federation.</a:t>
            </a:r>
            <a:endParaRPr sz="1350"/>
          </a:p>
        </p:txBody>
      </p:sp>
      <p:sp>
        <p:nvSpPr>
          <p:cNvPr id="29" name="SK-16-text-28">
            <a:extLst xmlns:a="http://schemas.openxmlformats.org/drawingml/2006/main">
              <a:ext uri="{FF2B5EF4-FFF2-40B4-BE49-F238E27FC236}">
                <a16:creationId xmlns:a16="http://schemas.microsoft.com/office/drawing/2014/main" id="{3680EC3F-11BD-4724-9376-BAD821A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31640"/>
            <a:ext cx="970937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975" b="1" spc="39">
                <a:solidFill>
                  <a:srgbClr val="FFFFFF"/>
                </a:solidFill>
                <a:latin typeface="Inter"/>
                <a:ea typeface="Inter"/>
                <a:cs typeface="Inter"/>
              </a:rPr>
              <a:t>PHASE 1</a:t>
            </a:r>
            <a:endParaRPr sz="975"/>
          </a:p>
        </p:txBody>
      </p:sp>
      <p:sp>
        <p:nvSpPr>
          <p:cNvPr id="30" name="SK-16-text-29">
            <a:extLst xmlns:a="http://schemas.openxmlformats.org/drawingml/2006/main">
              <a:ext uri="{FF2B5EF4-FFF2-40B4-BE49-F238E27FC236}">
                <a16:creationId xmlns:a16="http://schemas.microsoft.com/office/drawing/2014/main" id="{C65C4BB7-BB11-4EFB-8959-80E57F3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033" y="1948309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Patient App Prototype</a:t>
            </a:r>
            <a:endParaRPr sz="1500"/>
          </a:p>
        </p:txBody>
      </p:sp>
      <p:sp>
        <p:nvSpPr>
          <p:cNvPr id="31" name="SK-16-text-30">
            <a:extLst xmlns:a="http://schemas.openxmlformats.org/drawingml/2006/main">
              <a:ext uri="{FF2B5EF4-FFF2-40B4-BE49-F238E27FC236}">
                <a16:creationId xmlns:a16="http://schemas.microsoft.com/office/drawing/2014/main" id="{4D53D05D-A261-430F-87CB-23D80E54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26928"/>
            <a:ext cx="3206651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70"/>
              </a:lnSpc>
              <a:buNone/>
            </a:pPr>
            <a:r>
              <a:rPr sz="975">
                <a:solidFill>
                  <a:srgbClr val="0D9488"/>
                </a:solidFill>
              </a:rPr>
              <a:t>Days 0–30</a:t>
            </a:r>
            <a:endParaRPr sz="975"/>
          </a:p>
        </p:txBody>
      </p:sp>
      <p:sp>
        <p:nvSpPr>
          <p:cNvPr id="32" name="SK-16-text-31">
            <a:extLst xmlns:a="http://schemas.openxmlformats.org/drawingml/2006/main">
              <a:ext uri="{FF2B5EF4-FFF2-40B4-BE49-F238E27FC236}">
                <a16:creationId xmlns:a16="http://schemas.microsoft.com/office/drawing/2014/main" id="{4DB36455-B2F9-4962-8CC6-AB1BB16F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" y="25897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Android and iOS shell with voice-first onboarding flow</a:t>
            </a:r>
            <a:endParaRPr sz="1125"/>
          </a:p>
        </p:txBody>
      </p:sp>
      <p:sp>
        <p:nvSpPr>
          <p:cNvPr id="33" name="SK-16-text-32">
            <a:extLst xmlns:a="http://schemas.openxmlformats.org/drawingml/2006/main">
              <a:ext uri="{FF2B5EF4-FFF2-40B4-BE49-F238E27FC236}">
                <a16:creationId xmlns:a16="http://schemas.microsoft.com/office/drawing/2014/main" id="{4F5DB71C-5165-4520-9F74-27BD3EFD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" y="30850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Appointment timeline and next-best-action guidance</a:t>
            </a:r>
            <a:endParaRPr sz="1125"/>
          </a:p>
        </p:txBody>
      </p:sp>
      <p:sp>
        <p:nvSpPr>
          <p:cNvPr id="34" name="SK-16-text-33">
            <a:extLst xmlns:a="http://schemas.openxmlformats.org/drawingml/2006/main">
              <a:ext uri="{FF2B5EF4-FFF2-40B4-BE49-F238E27FC236}">
                <a16:creationId xmlns:a16="http://schemas.microsoft.com/office/drawing/2014/main" id="{CA9E53D1-A7FB-4B3E-AE2B-9B9B4DD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" y="35803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Location readiness and action-driven notifications</a:t>
            </a:r>
            <a:endParaRPr sz="1125"/>
          </a:p>
        </p:txBody>
      </p:sp>
      <p:sp>
        <p:nvSpPr>
          <p:cNvPr id="35" name="SK-16-text-34">
            <a:extLst xmlns:a="http://schemas.openxmlformats.org/drawingml/2006/main">
              <a:ext uri="{FF2B5EF4-FFF2-40B4-BE49-F238E27FC236}">
                <a16:creationId xmlns:a16="http://schemas.microsoft.com/office/drawing/2014/main" id="{59783EF3-09F0-494A-8527-3DF3C985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" y="40756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Mock hospital connector to validate the async loop</a:t>
            </a:r>
            <a:endParaRPr sz="1125"/>
          </a:p>
        </p:txBody>
      </p:sp>
      <p:sp>
        <p:nvSpPr>
          <p:cNvPr id="36" name="SK-16-text-35">
            <a:extLst xmlns:a="http://schemas.openxmlformats.org/drawingml/2006/main">
              <a:ext uri="{FF2B5EF4-FFF2-40B4-BE49-F238E27FC236}">
                <a16:creationId xmlns:a16="http://schemas.microsoft.com/office/drawing/2014/main" id="{2704B570-11B8-49DA-9BC1-9EAD8AD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826" y="1931640"/>
            <a:ext cx="977323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975" b="1" spc="39">
                <a:solidFill>
                  <a:srgbClr val="FFFFFF"/>
                </a:solidFill>
                <a:latin typeface="Inter"/>
                <a:ea typeface="Inter"/>
                <a:cs typeface="Inter"/>
              </a:rPr>
              <a:t>PHASE 2</a:t>
            </a:r>
            <a:endParaRPr sz="975"/>
          </a:p>
        </p:txBody>
      </p:sp>
      <p:sp>
        <p:nvSpPr>
          <p:cNvPr id="37" name="SK-16-text-36">
            <a:extLst xmlns:a="http://schemas.openxmlformats.org/drawingml/2006/main">
              <a:ext uri="{FF2B5EF4-FFF2-40B4-BE49-F238E27FC236}">
                <a16:creationId xmlns:a16="http://schemas.microsoft.com/office/drawing/2014/main" id="{79B1BE87-211F-43DD-A121-08D4551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184" y="1948309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Hospital App Prototype</a:t>
            </a:r>
            <a:endParaRPr sz="1500"/>
          </a:p>
        </p:txBody>
      </p:sp>
      <p:sp>
        <p:nvSpPr>
          <p:cNvPr id="38" name="SK-16-text-37">
            <a:extLst xmlns:a="http://schemas.openxmlformats.org/drawingml/2006/main">
              <a:ext uri="{FF2B5EF4-FFF2-40B4-BE49-F238E27FC236}">
                <a16:creationId xmlns:a16="http://schemas.microsoft.com/office/drawing/2014/main" id="{97FD7B3F-92DC-49C8-B776-795FC449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626" y="2326928"/>
            <a:ext cx="3206800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70"/>
              </a:lnSpc>
              <a:buNone/>
            </a:pPr>
            <a:r>
              <a:rPr sz="975">
                <a:solidFill>
                  <a:srgbClr val="0D9488"/>
                </a:solidFill>
              </a:rPr>
              <a:t>Days 31–60</a:t>
            </a:r>
            <a:endParaRPr sz="975"/>
          </a:p>
        </p:txBody>
      </p:sp>
      <p:sp>
        <p:nvSpPr>
          <p:cNvPr id="39" name="SK-16-text-38">
            <a:extLst xmlns:a="http://schemas.openxmlformats.org/drawingml/2006/main">
              <a:ext uri="{FF2B5EF4-FFF2-40B4-BE49-F238E27FC236}">
                <a16:creationId xmlns:a16="http://schemas.microsoft.com/office/drawing/2014/main" id="{83678047-C2CB-4838-88FD-94E580C3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563" y="2589758"/>
            <a:ext cx="2868662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Operations command center for readiness and queue state</a:t>
            </a:r>
            <a:endParaRPr sz="1125"/>
          </a:p>
        </p:txBody>
      </p:sp>
      <p:sp>
        <p:nvSpPr>
          <p:cNvPr id="40" name="SK-16-text-39">
            <a:extLst xmlns:a="http://schemas.openxmlformats.org/drawingml/2006/main">
              <a:ext uri="{FF2B5EF4-FFF2-40B4-BE49-F238E27FC236}">
                <a16:creationId xmlns:a16="http://schemas.microsoft.com/office/drawing/2014/main" id="{5878563E-2D9E-4CB8-92CD-1F90C3C4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563" y="3085058"/>
            <a:ext cx="2868662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Departmental worklists for admission, billing, pharmacy, nursing</a:t>
            </a:r>
            <a:endParaRPr sz="1125"/>
          </a:p>
        </p:txBody>
      </p:sp>
      <p:sp>
        <p:nvSpPr>
          <p:cNvPr id="41" name="SK-16-text-40">
            <a:extLst xmlns:a="http://schemas.openxmlformats.org/drawingml/2006/main">
              <a:ext uri="{FF2B5EF4-FFF2-40B4-BE49-F238E27FC236}">
                <a16:creationId xmlns:a16="http://schemas.microsoft.com/office/drawing/2014/main" id="{63F9C310-6221-49B5-B61A-BC15BB6A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563" y="3580358"/>
            <a:ext cx="2868662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Queue and readiness simulator for realistic load testing</a:t>
            </a:r>
            <a:endParaRPr sz="1125"/>
          </a:p>
        </p:txBody>
      </p:sp>
      <p:sp>
        <p:nvSpPr>
          <p:cNvPr id="42" name="SK-16-text-41">
            <a:extLst xmlns:a="http://schemas.openxmlformats.org/drawingml/2006/main">
              <a:ext uri="{FF2B5EF4-FFF2-40B4-BE49-F238E27FC236}">
                <a16:creationId xmlns:a16="http://schemas.microsoft.com/office/drawing/2014/main" id="{11285557-29FF-44B4-A76B-B8EF9CC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563" y="4075658"/>
            <a:ext cx="2868662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Exception and escalation flows for distress or conflicts</a:t>
            </a:r>
            <a:endParaRPr sz="1125"/>
          </a:p>
        </p:txBody>
      </p:sp>
      <p:sp>
        <p:nvSpPr>
          <p:cNvPr id="43" name="SK-16-text-42">
            <a:extLst xmlns:a="http://schemas.openxmlformats.org/drawingml/2006/main">
              <a:ext uri="{FF2B5EF4-FFF2-40B4-BE49-F238E27FC236}">
                <a16:creationId xmlns:a16="http://schemas.microsoft.com/office/drawing/2014/main" id="{2189578D-A47E-4CF1-82D5-72D23952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075" y="1931640"/>
            <a:ext cx="980392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63"/>
              </a:lnSpc>
              <a:buNone/>
            </a:pPr>
            <a:r>
              <a:rPr sz="975" b="1" spc="39">
                <a:solidFill>
                  <a:srgbClr val="FFFFFF"/>
                </a:solidFill>
                <a:latin typeface="Inter"/>
                <a:ea typeface="Inter"/>
                <a:cs typeface="Inter"/>
              </a:rPr>
              <a:t>PHASE 3</a:t>
            </a:r>
            <a:endParaRPr sz="975"/>
          </a:p>
        </p:txBody>
      </p:sp>
      <p:sp>
        <p:nvSpPr>
          <p:cNvPr id="44" name="SK-16-text-43">
            <a:extLst xmlns:a="http://schemas.openxmlformats.org/drawingml/2006/main">
              <a:ext uri="{FF2B5EF4-FFF2-40B4-BE49-F238E27FC236}">
                <a16:creationId xmlns:a16="http://schemas.microsoft.com/office/drawing/2014/main" id="{847276B1-2EA4-41AA-83D5-2B9D84BA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958" y="1948309"/>
            <a:ext cx="304904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Integrated Pilot</a:t>
            </a:r>
            <a:endParaRPr sz="1500"/>
          </a:p>
        </p:txBody>
      </p:sp>
      <p:sp>
        <p:nvSpPr>
          <p:cNvPr id="45" name="SK-16-text-44">
            <a:extLst xmlns:a="http://schemas.openxmlformats.org/drawingml/2006/main">
              <a:ext uri="{FF2B5EF4-FFF2-40B4-BE49-F238E27FC236}">
                <a16:creationId xmlns:a16="http://schemas.microsoft.com/office/drawing/2014/main" id="{6E92E246-402D-4C55-8B67-07308468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875" y="2326928"/>
            <a:ext cx="3206651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70"/>
              </a:lnSpc>
              <a:buNone/>
            </a:pPr>
            <a:r>
              <a:rPr sz="975">
                <a:solidFill>
                  <a:srgbClr val="0D9488"/>
                </a:solidFill>
              </a:rPr>
              <a:t>Days 61–90</a:t>
            </a:r>
            <a:endParaRPr sz="975"/>
          </a:p>
        </p:txBody>
      </p:sp>
      <p:sp>
        <p:nvSpPr>
          <p:cNvPr id="46" name="SK-16-text-45">
            <a:extLst xmlns:a="http://schemas.openxmlformats.org/drawingml/2006/main">
              <a:ext uri="{FF2B5EF4-FFF2-40B4-BE49-F238E27FC236}">
                <a16:creationId xmlns:a16="http://schemas.microsoft.com/office/drawing/2014/main" id="{164CD527-EAA1-4450-AB4F-3B8EA785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813" y="25897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Live pilot with one hospital and selected patient cohort</a:t>
            </a:r>
            <a:endParaRPr sz="1125"/>
          </a:p>
        </p:txBody>
      </p:sp>
      <p:sp>
        <p:nvSpPr>
          <p:cNvPr id="47" name="SK-16-text-46">
            <a:extLst xmlns:a="http://schemas.openxmlformats.org/drawingml/2006/main">
              <a:ext uri="{FF2B5EF4-FFF2-40B4-BE49-F238E27FC236}">
                <a16:creationId xmlns:a16="http://schemas.microsoft.com/office/drawing/2014/main" id="{AEA329AD-7286-413E-A89C-40C099B3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813" y="30850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Two-agent orchestration loop fully operational end-to-end</a:t>
            </a:r>
            <a:endParaRPr sz="1125"/>
          </a:p>
        </p:txBody>
      </p:sp>
      <p:sp>
        <p:nvSpPr>
          <p:cNvPr id="48" name="SK-16-text-47">
            <a:extLst xmlns:a="http://schemas.openxmlformats.org/drawingml/2006/main">
              <a:ext uri="{FF2B5EF4-FFF2-40B4-BE49-F238E27FC236}">
                <a16:creationId xmlns:a16="http://schemas.microsoft.com/office/drawing/2014/main" id="{7D1F190C-8AE5-4472-8578-9BBD56CD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813" y="35803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Baseline metrics captured for time-to-ready and handoff count</a:t>
            </a:r>
            <a:endParaRPr sz="1125"/>
          </a:p>
        </p:txBody>
      </p:sp>
      <p:sp>
        <p:nvSpPr>
          <p:cNvPr id="49" name="SK-16-text-48">
            <a:extLst xmlns:a="http://schemas.openxmlformats.org/drawingml/2006/main">
              <a:ext uri="{FF2B5EF4-FFF2-40B4-BE49-F238E27FC236}">
                <a16:creationId xmlns:a16="http://schemas.microsoft.com/office/drawing/2014/main" id="{F451F6F9-73C2-4C0C-9939-9328ADBB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813" y="4075658"/>
            <a:ext cx="28685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Weekly feedback reviews to tune routing and timing rules</a:t>
            </a:r>
            <a:endParaRPr sz="1125"/>
          </a:p>
        </p:txBody>
      </p:sp>
      <p:sp>
        <p:nvSpPr>
          <p:cNvPr id="50" name="SK-16-text-49">
            <a:extLst xmlns:a="http://schemas.openxmlformats.org/drawingml/2006/main">
              <a:ext uri="{FF2B5EF4-FFF2-40B4-BE49-F238E27FC236}">
                <a16:creationId xmlns:a16="http://schemas.microsoft.com/office/drawing/2014/main" id="{7292F0DB-EE7E-4CB5-8039-CBA0774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3" y="5659785"/>
            <a:ext cx="10310813" cy="198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60"/>
              </a:lnSpc>
              <a:buNone/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Beyond Day 90: Multi-Hospital Ecosystem</a:t>
            </a:r>
            <a:endParaRPr sz="1200"/>
          </a:p>
        </p:txBody>
      </p:sp>
      <p:sp>
        <p:nvSpPr>
          <p:cNvPr id="51" name="SK-16-text-50">
            <a:extLst xmlns:a="http://schemas.openxmlformats.org/drawingml/2006/main">
              <a:ext uri="{FF2B5EF4-FFF2-40B4-BE49-F238E27FC236}">
                <a16:creationId xmlns:a16="http://schemas.microsoft.com/office/drawing/2014/main" id="{519668CB-88EF-4D06-9EAB-1DAC1B1E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3" y="5876925"/>
            <a:ext cx="102346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75"/>
              </a:lnSpc>
              <a:buNone/>
            </a:pPr>
            <a:r>
              <a:rPr sz="1125">
                <a:solidFill>
                  <a:srgbClr val="475569"/>
                </a:solidFill>
              </a:rPr>
              <a:t>Federate the pilot into partner hospitals, open the specialized-agent connector model, and validate production API, consent, audit, and load controls before scaling.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2587448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2026-09-26T11:55:45.0680000Z</dcterms:created>
  <dcterms:modified xsi:type="dcterms:W3CDTF">2026-09-26T11:55:45.0690000Z</dcterms:modified>
</coreProperties>
</file>